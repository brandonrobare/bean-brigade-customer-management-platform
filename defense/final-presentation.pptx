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3" r:id="rId5"/>
    <p:sldId id="259" r:id="rId6"/>
    <p:sldId id="260" r:id="rId7"/>
    <p:sldId id="268" r:id="rId8"/>
    <p:sldId id="275" r:id="rId9"/>
    <p:sldId id="276" r:id="rId10"/>
    <p:sldId id="277" r:id="rId11"/>
    <p:sldId id="278" r:id="rId12"/>
    <p:sldId id="273" r:id="rId13"/>
    <p:sldId id="265" r:id="rId14"/>
    <p:sldId id="279" r:id="rId15"/>
    <p:sldId id="264" r:id="rId16"/>
    <p:sldId id="267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28" dt="2026-10-09T20:49:55.056"/>
    <p1510:client id="{31DAE215-164D-F854-B387-B64DDC48DAAB}" v="7" dt="2026-10-08T19:52:52.973"/>
    <p1510:client id="{3EACFD48-A6FC-1137-4B2B-503CF54D2ECC}" v="148" dt="2026-10-09T14:42:49.645"/>
    <p1510:client id="{483BA155-58D9-00D9-5392-6EBFCB7D5E34}" v="1" dt="2026-10-09T20:26:04.740"/>
    <p1510:client id="{6E9C561B-3131-4A46-87D7-A872FE9CC13B}" v="136" dt="2026-10-09T13:09:02.537"/>
    <p1510:client id="{C235A259-1E21-A259-96B9-5CC143A2B2F6}" v="40" dt="2026-10-09T17:11:58.131"/>
    <p1510:client id="{C71D6759-2842-3640-8AC6-D9EC72E257D7}" v="166" dt="2026-10-09T19:37:34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" userId="22b6f83d93f8df68" providerId="Windows Live" clId="Web-{00000000-0000-0000-0000-000000000000}"/>
    <pc:docChg chg="modSld">
      <pc:chgData name="Chad W" userId="22b6f83d93f8df68" providerId="Windows Live" clId="Web-{00000000-0000-0000-0000-000000000000}" dt="2026-10-08T17:49:25.874" v="691" actId="14100"/>
      <pc:docMkLst>
        <pc:docMk/>
      </pc:docMkLst>
      <pc:sldChg chg="modSp">
        <pc:chgData name="Chad W" userId="22b6f83d93f8df68" providerId="Windows Live" clId="Web-{00000000-0000-0000-0000-000000000000}" dt="2026-10-08T17:49:25.874" v="691" actId="14100"/>
        <pc:sldMkLst>
          <pc:docMk/>
          <pc:sldMk cId="3360902048" sldId="263"/>
        </pc:sldMkLst>
        <pc:spChg chg="mod">
          <ac:chgData name="Chad W" userId="22b6f83d93f8df68" providerId="Windows Live" clId="Web-{00000000-0000-0000-0000-000000000000}" dt="2026-10-08T17:49:25.874" v="691" actId="14100"/>
          <ac:spMkLst>
            <pc:docMk/>
            <pc:sldMk cId="3360902048" sldId="263"/>
            <ac:spMk id="3" creationId="{B2F1A49F-D293-0FA2-FBED-AA72A1B3D3F4}"/>
          </ac:spMkLst>
        </pc:spChg>
      </pc:sldChg>
    </pc:docChg>
  </pc:docChgLst>
  <pc:docChgLst>
    <pc:chgData name="Charly Driscoll" userId="a38534bcc84d478e" providerId="Windows Live" clId="Web-{3285F844-CC14-1DFC-736F-506B9CAF4588}"/>
    <pc:docChg chg="modSld">
      <pc:chgData name="Charly Driscoll" userId="a38534bcc84d478e" providerId="Windows Live" clId="Web-{3285F844-CC14-1DFC-736F-506B9CAF4588}" dt="2026-10-09T19:50:41.176" v="19"/>
      <pc:docMkLst>
        <pc:docMk/>
      </pc:docMkLst>
      <pc:sldChg chg="modNotes">
        <pc:chgData name="Charly Driscoll" userId="a38534bcc84d478e" providerId="Windows Live" clId="Web-{3285F844-CC14-1DFC-736F-506B9CAF4588}" dt="2026-10-09T19:50:41.176" v="19"/>
        <pc:sldMkLst>
          <pc:docMk/>
          <pc:sldMk cId="715637657" sldId="260"/>
        </pc:sldMkLst>
      </pc:sldChg>
      <pc:sldChg chg="modNotes">
        <pc:chgData name="Charly Driscoll" userId="a38534bcc84d478e" providerId="Windows Live" clId="Web-{3285F844-CC14-1DFC-736F-506B9CAF4588}" dt="2026-10-09T19:27:36.016" v="1"/>
        <pc:sldMkLst>
          <pc:docMk/>
          <pc:sldMk cId="2935940868" sldId="268"/>
        </pc:sldMkLst>
      </pc:sldChg>
    </pc:docChg>
  </pc:docChgLst>
  <pc:docChgLst>
    <pc:chgData name="Brandon Robare" userId="38499e21f2d53a79" providerId="Windows Live" clId="Web-{8BD0AA66-5D38-3F87-990E-BFD715CCA2B8}"/>
    <pc:docChg chg="modSld">
      <pc:chgData name="Brandon Robare" userId="38499e21f2d53a79" providerId="Windows Live" clId="Web-{8BD0AA66-5D38-3F87-990E-BFD715CCA2B8}" dt="2026-10-08T14:40:43.298" v="1" actId="1076"/>
      <pc:docMkLst>
        <pc:docMk/>
      </pc:docMkLst>
      <pc:sldChg chg="modSp">
        <pc:chgData name="Brandon Robare" userId="38499e21f2d53a79" providerId="Windows Live" clId="Web-{8BD0AA66-5D38-3F87-990E-BFD715CCA2B8}" dt="2026-10-08T14:40:43.298" v="1" actId="1076"/>
        <pc:sldMkLst>
          <pc:docMk/>
          <pc:sldMk cId="3136839821" sldId="274"/>
        </pc:sldMkLst>
        <pc:spChg chg="mod">
          <ac:chgData name="Brandon Robare" userId="38499e21f2d53a79" providerId="Windows Live" clId="Web-{8BD0AA66-5D38-3F87-990E-BFD715CCA2B8}" dt="2026-10-08T14:40:43.298" v="1" actId="1076"/>
          <ac:spMkLst>
            <pc:docMk/>
            <pc:sldMk cId="3136839821" sldId="274"/>
            <ac:spMk id="2" creationId="{00000000-0000-0000-0000-000000000000}"/>
          </ac:spMkLst>
        </pc:spChg>
      </pc:sldChg>
    </pc:docChg>
  </pc:docChgLst>
  <pc:docChgLst>
    <pc:chgData name="Charly Driscoll" userId="a38534bcc84d478e" providerId="Windows Live" clId="Web-{00000000-0000-0000-0000-000000000000}"/>
    <pc:docChg chg="addSld delSld modSld">
      <pc:chgData name="Charly Driscoll" userId="a38534bcc84d478e" providerId="Windows Live" clId="Web-{00000000-0000-0000-0000-000000000000}" dt="2026-10-09T18:56:07.647" v="401"/>
      <pc:docMkLst>
        <pc:docMk/>
      </pc:docMkLst>
      <pc:sldChg chg="modNotes">
        <pc:chgData name="Charly Driscoll" userId="a38534bcc84d478e" providerId="Windows Live" clId="Web-{00000000-0000-0000-0000-000000000000}" dt="2026-10-09T18:49:51.374" v="372"/>
        <pc:sldMkLst>
          <pc:docMk/>
          <pc:sldMk cId="3266236908" sldId="259"/>
        </pc:sldMkLst>
      </pc:sldChg>
      <pc:sldChg chg="modNotes">
        <pc:chgData name="Charly Driscoll" userId="a38534bcc84d478e" providerId="Windows Live" clId="Web-{00000000-0000-0000-0000-000000000000}" dt="2026-10-09T18:52:31.305" v="386"/>
        <pc:sldMkLst>
          <pc:docMk/>
          <pc:sldMk cId="715637657" sldId="260"/>
        </pc:sldMkLst>
      </pc:sldChg>
      <pc:sldChg chg="addSp delSp modSp modNotes">
        <pc:chgData name="Charly Driscoll" userId="a38534bcc84d478e" providerId="Windows Live" clId="Web-{00000000-0000-0000-0000-000000000000}" dt="2026-10-09T18:56:07.647" v="401"/>
        <pc:sldMkLst>
          <pc:docMk/>
          <pc:sldMk cId="2935940868" sldId="268"/>
        </pc:sldMkLst>
        <pc:spChg chg="mod">
          <ac:chgData name="Charly Driscoll" userId="a38534bcc84d478e" providerId="Windows Live" clId="Web-{00000000-0000-0000-0000-000000000000}" dt="2026-10-09T11:59:49.468" v="141" actId="1076"/>
          <ac:spMkLst>
            <pc:docMk/>
            <pc:sldMk cId="2935940868" sldId="268"/>
            <ac:spMk id="3" creationId="{BF21A8A2-483F-2655-2E75-931CDD27FD40}"/>
          </ac:spMkLst>
        </pc:spChg>
        <pc:spChg chg="add del mod">
          <ac:chgData name="Charly Driscoll" userId="a38534bcc84d478e" providerId="Windows Live" clId="Web-{00000000-0000-0000-0000-000000000000}" dt="2026-10-09T11:56:14.809" v="61"/>
          <ac:spMkLst>
            <pc:docMk/>
            <pc:sldMk cId="2935940868" sldId="268"/>
            <ac:spMk id="4" creationId="{2A059A27-36F7-966A-5B0B-107D06F0E05B}"/>
          </ac:spMkLst>
        </pc:spChg>
        <pc:spChg chg="add mod">
          <ac:chgData name="Charly Driscoll" userId="a38534bcc84d478e" providerId="Windows Live" clId="Web-{00000000-0000-0000-0000-000000000000}" dt="2026-10-09T11:59:15.324" v="111" actId="20577"/>
          <ac:spMkLst>
            <pc:docMk/>
            <pc:sldMk cId="2935940868" sldId="268"/>
            <ac:spMk id="5" creationId="{B0A83F2E-945F-E887-462E-F57CB11676B1}"/>
          </ac:spMkLst>
        </pc:spChg>
        <pc:spChg chg="add del mod">
          <ac:chgData name="Charly Driscoll" userId="a38534bcc84d478e" providerId="Windows Live" clId="Web-{00000000-0000-0000-0000-000000000000}" dt="2026-10-09T11:58:28.554" v="86"/>
          <ac:spMkLst>
            <pc:docMk/>
            <pc:sldMk cId="2935940868" sldId="268"/>
            <ac:spMk id="6" creationId="{0BAC9B6B-D7F9-BBC9-9209-AF4E347FEF27}"/>
          </ac:spMkLst>
        </pc:spChg>
        <pc:spChg chg="add del mod">
          <ac:chgData name="Charly Driscoll" userId="a38534bcc84d478e" providerId="Windows Live" clId="Web-{00000000-0000-0000-0000-000000000000}" dt="2026-10-09T11:58:28.554" v="85"/>
          <ac:spMkLst>
            <pc:docMk/>
            <pc:sldMk cId="2935940868" sldId="268"/>
            <ac:spMk id="7" creationId="{F3CBA18D-3F51-B96E-0580-A3F07E42147D}"/>
          </ac:spMkLst>
        </pc:spChg>
        <pc:spChg chg="add mod">
          <ac:chgData name="Charly Driscoll" userId="a38534bcc84d478e" providerId="Windows Live" clId="Web-{00000000-0000-0000-0000-000000000000}" dt="2026-10-09T11:58:31.805" v="87" actId="1076"/>
          <ac:spMkLst>
            <pc:docMk/>
            <pc:sldMk cId="2935940868" sldId="268"/>
            <ac:spMk id="10" creationId="{BD578BC3-482B-A08D-670A-6A07B53EC412}"/>
          </ac:spMkLst>
        </pc:spChg>
        <pc:spChg chg="add mod">
          <ac:chgData name="Charly Driscoll" userId="a38534bcc84d478e" providerId="Windows Live" clId="Web-{00000000-0000-0000-0000-000000000000}" dt="2026-10-09T11:59:23.747" v="126" actId="20577"/>
          <ac:spMkLst>
            <pc:docMk/>
            <pc:sldMk cId="2935940868" sldId="268"/>
            <ac:spMk id="12" creationId="{44D98A42-2E71-AFE6-445E-03EE3AB2FB8A}"/>
          </ac:spMkLst>
        </pc:spChg>
        <pc:spChg chg="add mod">
          <ac:chgData name="Charly Driscoll" userId="a38534bcc84d478e" providerId="Windows Live" clId="Web-{00000000-0000-0000-0000-000000000000}" dt="2026-10-09T11:59:42.983" v="140" actId="20577"/>
          <ac:spMkLst>
            <pc:docMk/>
            <pc:sldMk cId="2935940868" sldId="268"/>
            <ac:spMk id="14" creationId="{8E4158FC-1B90-D52F-ADA1-E6CD4EC6E458}"/>
          </ac:spMkLst>
        </pc:spChg>
        <pc:cxnChg chg="add del mod">
          <ac:chgData name="Charly Driscoll" userId="a38534bcc84d478e" providerId="Windows Live" clId="Web-{00000000-0000-0000-0000-000000000000}" dt="2026-10-09T11:55:53.979" v="53"/>
          <ac:cxnSpMkLst>
            <pc:docMk/>
            <pc:sldMk cId="2935940868" sldId="268"/>
            <ac:cxnSpMk id="8" creationId="{D68AAF74-6778-613B-3883-99267D0348E3}"/>
          </ac:cxnSpMkLst>
        </pc:cxnChg>
        <pc:cxnChg chg="add del mod">
          <ac:chgData name="Charly Driscoll" userId="a38534bcc84d478e" providerId="Windows Live" clId="Web-{00000000-0000-0000-0000-000000000000}" dt="2026-10-09T03:32:41.855" v="42"/>
          <ac:cxnSpMkLst>
            <pc:docMk/>
            <pc:sldMk cId="2935940868" sldId="268"/>
            <ac:cxnSpMk id="9" creationId="{A9C6C3AA-6AA8-9FDE-EB2E-D0B63D3A27D1}"/>
          </ac:cxnSpMkLst>
        </pc:cxnChg>
        <pc:cxnChg chg="add mod">
          <ac:chgData name="Charly Driscoll" userId="a38534bcc84d478e" providerId="Windows Live" clId="Web-{00000000-0000-0000-0000-000000000000}" dt="2026-10-09T11:58:05.740" v="78" actId="14100"/>
          <ac:cxnSpMkLst>
            <pc:docMk/>
            <pc:sldMk cId="2935940868" sldId="268"/>
            <ac:cxnSpMk id="9" creationId="{C8984539-D28D-33F7-B78E-8D08A4238757}"/>
          </ac:cxnSpMkLst>
        </pc:cxnChg>
        <pc:cxnChg chg="add mod">
          <ac:chgData name="Charly Driscoll" userId="a38534bcc84d478e" providerId="Windows Live" clId="Web-{00000000-0000-0000-0000-000000000000}" dt="2026-10-09T11:58:37.586" v="90" actId="1076"/>
          <ac:cxnSpMkLst>
            <pc:docMk/>
            <pc:sldMk cId="2935940868" sldId="268"/>
            <ac:cxnSpMk id="11" creationId="{49272310-3124-7615-A334-9C9DEF7D666A}"/>
          </ac:cxnSpMkLst>
        </pc:cxnChg>
        <pc:cxnChg chg="add mod">
          <ac:chgData name="Charly Driscoll" userId="a38534bcc84d478e" providerId="Windows Live" clId="Web-{00000000-0000-0000-0000-000000000000}" dt="2026-10-09T11:58:58.135" v="98" actId="1076"/>
          <ac:cxnSpMkLst>
            <pc:docMk/>
            <pc:sldMk cId="2935940868" sldId="268"/>
            <ac:cxnSpMk id="13" creationId="{EB8370FE-8B38-DE72-13DC-84B2DD81D71A}"/>
          </ac:cxnSpMkLst>
        </pc:cxnChg>
      </pc:sldChg>
      <pc:sldChg chg="new del">
        <pc:chgData name="Charly Driscoll" userId="a38534bcc84d478e" providerId="Windows Live" clId="Web-{00000000-0000-0000-0000-000000000000}" dt="2026-10-09T03:27:19.500" v="1"/>
        <pc:sldMkLst>
          <pc:docMk/>
          <pc:sldMk cId="1643371957" sldId="275"/>
        </pc:sldMkLst>
      </pc:sldChg>
    </pc:docChg>
  </pc:docChgLst>
  <pc:docChgLst>
    <pc:chgData name="Bryan Caskey" userId="07bf17ae3d6dd960" providerId="Windows Live" clId="Web-{C235A259-1E21-A259-96B9-5CC143A2B2F6}"/>
    <pc:docChg chg="modSld">
      <pc:chgData name="Bryan Caskey" userId="07bf17ae3d6dd960" providerId="Windows Live" clId="Web-{C235A259-1E21-A259-96B9-5CC143A2B2F6}" dt="2026-10-09T17:11:47.803" v="39"/>
      <pc:docMkLst>
        <pc:docMk/>
      </pc:docMkLst>
      <pc:sldChg chg="addSp modSp mod setBg">
        <pc:chgData name="Bryan Caskey" userId="07bf17ae3d6dd960" providerId="Windows Live" clId="Web-{C235A259-1E21-A259-96B9-5CC143A2B2F6}" dt="2026-10-09T17:11:47.803" v="39"/>
        <pc:sldMkLst>
          <pc:docMk/>
          <pc:sldMk cId="715637657" sldId="260"/>
        </pc:sldMkLst>
        <pc:spChg chg="mod">
          <ac:chgData name="Bryan Caskey" userId="07bf17ae3d6dd960" providerId="Windows Live" clId="Web-{C235A259-1E21-A259-96B9-5CC143A2B2F6}" dt="2026-10-09T17:11:47.803" v="39"/>
          <ac:spMkLst>
            <pc:docMk/>
            <pc:sldMk cId="715637657" sldId="260"/>
            <ac:spMk id="2" creationId="{28BCAE99-11FF-B114-7241-DF60C2905CBA}"/>
          </ac:spMkLst>
        </pc:spChg>
        <pc:spChg chg="mod">
          <ac:chgData name="Bryan Caskey" userId="07bf17ae3d6dd960" providerId="Windows Live" clId="Web-{C235A259-1E21-A259-96B9-5CC143A2B2F6}" dt="2026-10-09T17:11:47.803" v="39"/>
          <ac:spMkLst>
            <pc:docMk/>
            <pc:sldMk cId="715637657" sldId="260"/>
            <ac:spMk id="3" creationId="{C957807E-46B7-FD8D-922C-894ABDC9C03C}"/>
          </ac:spMkLst>
        </pc:spChg>
        <pc:spChg chg="add">
          <ac:chgData name="Bryan Caskey" userId="07bf17ae3d6dd960" providerId="Windows Live" clId="Web-{C235A259-1E21-A259-96B9-5CC143A2B2F6}" dt="2026-10-09T17:11:47.803" v="39"/>
          <ac:spMkLst>
            <pc:docMk/>
            <pc:sldMk cId="715637657" sldId="260"/>
            <ac:spMk id="8" creationId="{09588DA8-065E-4F6F-8EFD-43104AB2E0CF}"/>
          </ac:spMkLst>
        </pc:spChg>
        <pc:spChg chg="add">
          <ac:chgData name="Bryan Caskey" userId="07bf17ae3d6dd960" providerId="Windows Live" clId="Web-{C235A259-1E21-A259-96B9-5CC143A2B2F6}" dt="2026-10-09T17:11:47.803" v="39"/>
          <ac:spMkLst>
            <pc:docMk/>
            <pc:sldMk cId="715637657" sldId="260"/>
            <ac:spMk id="10" creationId="{C4285719-470E-454C-AF62-8323075F1F5B}"/>
          </ac:spMkLst>
        </pc:spChg>
        <pc:spChg chg="add">
          <ac:chgData name="Bryan Caskey" userId="07bf17ae3d6dd960" providerId="Windows Live" clId="Web-{C235A259-1E21-A259-96B9-5CC143A2B2F6}" dt="2026-10-09T17:11:47.803" v="39"/>
          <ac:spMkLst>
            <pc:docMk/>
            <pc:sldMk cId="715637657" sldId="260"/>
            <ac:spMk id="12" creationId="{CD9FE4EF-C4D8-49A0-B2FF-81D8DB7D8A24}"/>
          </ac:spMkLst>
        </pc:spChg>
        <pc:spChg chg="add">
          <ac:chgData name="Bryan Caskey" userId="07bf17ae3d6dd960" providerId="Windows Live" clId="Web-{C235A259-1E21-A259-96B9-5CC143A2B2F6}" dt="2026-10-09T17:11:47.803" v="39"/>
          <ac:spMkLst>
            <pc:docMk/>
            <pc:sldMk cId="715637657" sldId="260"/>
            <ac:spMk id="14" creationId="{4300840D-0A0B-4512-BACA-B439D5B9C57C}"/>
          </ac:spMkLst>
        </pc:spChg>
        <pc:spChg chg="add">
          <ac:chgData name="Bryan Caskey" userId="07bf17ae3d6dd960" providerId="Windows Live" clId="Web-{C235A259-1E21-A259-96B9-5CC143A2B2F6}" dt="2026-10-09T17:11:47.803" v="39"/>
          <ac:spMkLst>
            <pc:docMk/>
            <pc:sldMk cId="715637657" sldId="260"/>
            <ac:spMk id="16" creationId="{D2B78728-A580-49A7-84F9-6EF6F583ADE0}"/>
          </ac:spMkLst>
        </pc:spChg>
        <pc:spChg chg="add">
          <ac:chgData name="Bryan Caskey" userId="07bf17ae3d6dd960" providerId="Windows Live" clId="Web-{C235A259-1E21-A259-96B9-5CC143A2B2F6}" dt="2026-10-09T17:11:47.803" v="39"/>
          <ac:spMkLst>
            <pc:docMk/>
            <pc:sldMk cId="715637657" sldId="260"/>
            <ac:spMk id="18" creationId="{38FAA1A1-D861-433F-88FA-1E9D6FD31D11}"/>
          </ac:spMkLst>
        </pc:spChg>
        <pc:spChg chg="add">
          <ac:chgData name="Bryan Caskey" userId="07bf17ae3d6dd960" providerId="Windows Live" clId="Web-{C235A259-1E21-A259-96B9-5CC143A2B2F6}" dt="2026-10-09T17:11:47.803" v="39"/>
          <ac:spMkLst>
            <pc:docMk/>
            <pc:sldMk cId="715637657" sldId="260"/>
            <ac:spMk id="20" creationId="{8D71EDA1-87BF-4D5D-AB79-F346FD19278A}"/>
          </ac:spMkLst>
        </pc:spChg>
      </pc:sldChg>
    </pc:docChg>
  </pc:docChgLst>
  <pc:docChgLst>
    <pc:chgData name="Brandon Robare" userId="38499e21f2d53a79" providerId="Windows Live" clId="Web-{00000000-0000-0000-0000-000000000000}"/>
    <pc:docChg chg="modSld">
      <pc:chgData name="Brandon Robare" userId="38499e21f2d53a79" providerId="Windows Live" clId="Web-{00000000-0000-0000-0000-000000000000}" dt="2026-10-08T17:29:55.027" v="0"/>
      <pc:docMkLst>
        <pc:docMk/>
      </pc:docMkLst>
      <pc:sldChg chg="delSp">
        <pc:chgData name="Brandon Robare" userId="38499e21f2d53a79" providerId="Windows Live" clId="Web-{00000000-0000-0000-0000-000000000000}" dt="2026-10-08T17:29:55.027" v="0"/>
        <pc:sldMkLst>
          <pc:docMk/>
          <pc:sldMk cId="3136839821" sldId="274"/>
        </pc:sldMkLst>
        <pc:spChg chg="del">
          <ac:chgData name="Brandon Robare" userId="38499e21f2d53a79" providerId="Windows Live" clId="Web-{00000000-0000-0000-0000-000000000000}" dt="2026-10-08T17:29:55.027" v="0"/>
          <ac:spMkLst>
            <pc:docMk/>
            <pc:sldMk cId="3136839821" sldId="274"/>
            <ac:spMk id="26" creationId="{00000000-0000-0000-0000-000000000000}"/>
          </ac:spMkLst>
        </pc:spChg>
      </pc:sldChg>
    </pc:docChg>
  </pc:docChgLst>
  <pc:docChgLst>
    <pc:chgData name="Charly Driscoll" userId="a38534bcc84d478e" providerId="Windows Live" clId="Web-{6E9C561B-3131-4A46-87D7-A872FE9CC13B}"/>
    <pc:docChg chg="modSld">
      <pc:chgData name="Charly Driscoll" userId="a38534bcc84d478e" providerId="Windows Live" clId="Web-{6E9C561B-3131-4A46-87D7-A872FE9CC13B}" dt="2026-10-09T13:09:02.537" v="131" actId="14100"/>
      <pc:docMkLst>
        <pc:docMk/>
      </pc:docMkLst>
      <pc:sldChg chg="addSp delSp modSp">
        <pc:chgData name="Charly Driscoll" userId="a38534bcc84d478e" providerId="Windows Live" clId="Web-{6E9C561B-3131-4A46-87D7-A872FE9CC13B}" dt="2026-10-09T13:09:02.537" v="131" actId="14100"/>
        <pc:sldMkLst>
          <pc:docMk/>
          <pc:sldMk cId="2935940868" sldId="268"/>
        </pc:sldMkLst>
        <pc:spChg chg="mod">
          <ac:chgData name="Charly Driscoll" userId="a38534bcc84d478e" providerId="Windows Live" clId="Web-{6E9C561B-3131-4A46-87D7-A872FE9CC13B}" dt="2026-10-09T13:07:16.202" v="110" actId="20577"/>
          <ac:spMkLst>
            <pc:docMk/>
            <pc:sldMk cId="2935940868" sldId="268"/>
            <ac:spMk id="3" creationId="{BF21A8A2-483F-2655-2E75-931CDD27FD40}"/>
          </ac:spMkLst>
        </pc:spChg>
        <pc:spChg chg="add del mod">
          <ac:chgData name="Charly Driscoll" userId="a38534bcc84d478e" providerId="Windows Live" clId="Web-{6E9C561B-3131-4A46-87D7-A872FE9CC13B}" dt="2026-10-09T13:08:22.222" v="127"/>
          <ac:spMkLst>
            <pc:docMk/>
            <pc:sldMk cId="2935940868" sldId="268"/>
            <ac:spMk id="4" creationId="{B5B3FF47-7B56-435A-F9C2-B74B0D6C3260}"/>
          </ac:spMkLst>
        </pc:spChg>
        <pc:spChg chg="add mod">
          <ac:chgData name="Charly Driscoll" userId="a38534bcc84d478e" providerId="Windows Live" clId="Web-{6E9C561B-3131-4A46-87D7-A872FE9CC13B}" dt="2026-10-09T13:09:02.537" v="131" actId="14100"/>
          <ac:spMkLst>
            <pc:docMk/>
            <pc:sldMk cId="2935940868" sldId="268"/>
            <ac:spMk id="6" creationId="{DCCE7700-E04B-0DF8-73A8-61C54A02C3ED}"/>
          </ac:spMkLst>
        </pc:spChg>
        <pc:spChg chg="mod">
          <ac:chgData name="Charly Driscoll" userId="a38534bcc84d478e" providerId="Windows Live" clId="Web-{6E9C561B-3131-4A46-87D7-A872FE9CC13B}" dt="2026-10-09T13:04:29.753" v="71" actId="20577"/>
          <ac:spMkLst>
            <pc:docMk/>
            <pc:sldMk cId="2935940868" sldId="268"/>
            <ac:spMk id="12" creationId="{44D98A42-2E71-AFE6-445E-03EE3AB2FB8A}"/>
          </ac:spMkLst>
        </pc:spChg>
        <pc:spChg chg="mod">
          <ac:chgData name="Charly Driscoll" userId="a38534bcc84d478e" providerId="Windows Live" clId="Web-{6E9C561B-3131-4A46-87D7-A872FE9CC13B}" dt="2026-10-09T13:04:21.550" v="70" actId="20577"/>
          <ac:spMkLst>
            <pc:docMk/>
            <pc:sldMk cId="2935940868" sldId="268"/>
            <ac:spMk id="14" creationId="{8E4158FC-1B90-D52F-ADA1-E6CD4EC6E458}"/>
          </ac:spMkLst>
        </pc:spChg>
      </pc:sldChg>
    </pc:docChg>
  </pc:docChgLst>
  <pc:docChgLst>
    <pc:chgData name="Guest User" providerId="Windows Live" clId="Web-{867B9AD8-FFCD-BDA4-F653-8A3D2DD0AF4E}"/>
    <pc:docChg chg="addSld modSld">
      <pc:chgData name="Guest User" userId="" providerId="Windows Live" clId="Web-{867B9AD8-FFCD-BDA4-F653-8A3D2DD0AF4E}" dt="2026-10-07T23:11:55.146" v="340"/>
      <pc:docMkLst>
        <pc:docMk/>
      </pc:docMkLst>
      <pc:sldChg chg="addSp modSp mod setBg">
        <pc:chgData name="Guest User" userId="" providerId="Windows Live" clId="Web-{867B9AD8-FFCD-BDA4-F653-8A3D2DD0AF4E}" dt="2026-10-07T23:11:43.458" v="339"/>
        <pc:sldMkLst>
          <pc:docMk/>
          <pc:sldMk cId="109857222" sldId="256"/>
        </pc:sldMkLst>
        <pc:spChg chg="mod">
          <ac:chgData name="Guest User" userId="" providerId="Windows Live" clId="Web-{867B9AD8-FFCD-BDA4-F653-8A3D2DD0AF4E}" dt="2026-10-07T23:11:43.458" v="33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Guest User" userId="" providerId="Windows Live" clId="Web-{867B9AD8-FFCD-BDA4-F653-8A3D2DD0AF4E}" dt="2026-10-07T23:11:43.458" v="339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Guest User" userId="" providerId="Windows Live" clId="Web-{867B9AD8-FFCD-BDA4-F653-8A3D2DD0AF4E}" dt="2026-10-07T23:11:43.458" v="339"/>
          <ac:spMkLst>
            <pc:docMk/>
            <pc:sldMk cId="109857222" sldId="256"/>
            <ac:spMk id="8" creationId="{6F5A5072-7B47-4D32-B52A-4EBBF590B8A5}"/>
          </ac:spMkLst>
        </pc:spChg>
        <pc:spChg chg="add">
          <ac:chgData name="Guest User" userId="" providerId="Windows Live" clId="Web-{867B9AD8-FFCD-BDA4-F653-8A3D2DD0AF4E}" dt="2026-10-07T23:11:43.458" v="339"/>
          <ac:spMkLst>
            <pc:docMk/>
            <pc:sldMk cId="109857222" sldId="256"/>
            <ac:spMk id="10" creationId="{9715DAF0-AE1B-46C9-8A6B-DB2AA05AB91D}"/>
          </ac:spMkLst>
        </pc:spChg>
        <pc:spChg chg="add">
          <ac:chgData name="Guest User" userId="" providerId="Windows Live" clId="Web-{867B9AD8-FFCD-BDA4-F653-8A3D2DD0AF4E}" dt="2026-10-07T23:11:43.458" v="339"/>
          <ac:spMkLst>
            <pc:docMk/>
            <pc:sldMk cId="109857222" sldId="256"/>
            <ac:spMk id="12" creationId="{6016219D-510E-4184-9090-6D5578A87BD1}"/>
          </ac:spMkLst>
        </pc:spChg>
        <pc:spChg chg="add">
          <ac:chgData name="Guest User" userId="" providerId="Windows Live" clId="Web-{867B9AD8-FFCD-BDA4-F653-8A3D2DD0AF4E}" dt="2026-10-07T23:11:43.458" v="339"/>
          <ac:spMkLst>
            <pc:docMk/>
            <pc:sldMk cId="109857222" sldId="256"/>
            <ac:spMk id="14" creationId="{AFF4A713-7B75-4B21-90D7-5AB19547C728}"/>
          </ac:spMkLst>
        </pc:spChg>
        <pc:spChg chg="add">
          <ac:chgData name="Guest User" userId="" providerId="Windows Live" clId="Web-{867B9AD8-FFCD-BDA4-F653-8A3D2DD0AF4E}" dt="2026-10-07T23:11:43.458" v="339"/>
          <ac:spMkLst>
            <pc:docMk/>
            <pc:sldMk cId="109857222" sldId="256"/>
            <ac:spMk id="16" creationId="{DC631C0B-6DA6-4E57-8231-CE32B3434A7E}"/>
          </ac:spMkLst>
        </pc:spChg>
        <pc:spChg chg="add">
          <ac:chgData name="Guest User" userId="" providerId="Windows Live" clId="Web-{867B9AD8-FFCD-BDA4-F653-8A3D2DD0AF4E}" dt="2026-10-07T23:11:43.458" v="339"/>
          <ac:spMkLst>
            <pc:docMk/>
            <pc:sldMk cId="109857222" sldId="256"/>
            <ac:spMk id="18" creationId="{C29501E6-A978-4A61-9689-9085AF97A53A}"/>
          </ac:spMkLst>
        </pc:spChg>
      </pc:sldChg>
      <pc:sldChg chg="addSp delSp modSp new mod setBg setClrOvrMap">
        <pc:chgData name="Guest User" userId="" providerId="Windows Live" clId="Web-{867B9AD8-FFCD-BDA4-F653-8A3D2DD0AF4E}" dt="2026-10-07T23:11:55.146" v="340"/>
        <pc:sldMkLst>
          <pc:docMk/>
          <pc:sldMk cId="1963458683" sldId="257"/>
        </pc:sldMkLst>
        <pc:spChg chg="mod">
          <ac:chgData name="Guest User" userId="" providerId="Windows Live" clId="Web-{867B9AD8-FFCD-BDA4-F653-8A3D2DD0AF4E}" dt="2026-10-07T23:11:55.146" v="340"/>
          <ac:spMkLst>
            <pc:docMk/>
            <pc:sldMk cId="1963458683" sldId="257"/>
            <ac:spMk id="2" creationId="{2443E292-C14D-3C65-2F2D-1CAD2837585B}"/>
          </ac:spMkLst>
        </pc:spChg>
        <pc:spChg chg="mod">
          <ac:chgData name="Guest User" userId="" providerId="Windows Live" clId="Web-{867B9AD8-FFCD-BDA4-F653-8A3D2DD0AF4E}" dt="2026-10-07T23:11:55.146" v="340"/>
          <ac:spMkLst>
            <pc:docMk/>
            <pc:sldMk cId="1963458683" sldId="257"/>
            <ac:spMk id="3" creationId="{E1BBEE9A-B58D-0C30-3026-1E44CEE47E8E}"/>
          </ac:spMkLst>
        </pc:spChg>
        <pc:spChg chg="add mod">
          <ac:chgData name="Guest User" userId="" providerId="Windows Live" clId="Web-{867B9AD8-FFCD-BDA4-F653-8A3D2DD0AF4E}" dt="2026-10-07T23:11:55.146" v="340"/>
          <ac:spMkLst>
            <pc:docMk/>
            <pc:sldMk cId="1963458683" sldId="257"/>
            <ac:spMk id="4" creationId="{C457ED82-1F32-C6E6-437E-459A2D43C8CB}"/>
          </ac:spMkLst>
        </pc:spChg>
        <pc:spChg chg="add">
          <ac:chgData name="Guest User" userId="" providerId="Windows Live" clId="Web-{867B9AD8-FFCD-BDA4-F653-8A3D2DD0AF4E}" dt="2026-10-07T23:11:55.146" v="340"/>
          <ac:spMkLst>
            <pc:docMk/>
            <pc:sldMk cId="1963458683" sldId="257"/>
            <ac:spMk id="18" creationId="{10F24D38-B79E-44B4-830E-043F45D96DC2}"/>
          </ac:spMkLst>
        </pc:spChg>
        <pc:cxnChg chg="add">
          <ac:chgData name="Guest User" userId="" providerId="Windows Live" clId="Web-{867B9AD8-FFCD-BDA4-F653-8A3D2DD0AF4E}" dt="2026-10-07T23:11:55.146" v="340"/>
          <ac:cxnSpMkLst>
            <pc:docMk/>
            <pc:sldMk cId="1963458683" sldId="257"/>
            <ac:cxnSpMk id="20" creationId="{FC469874-256B-45B3-A79C-7591B4BA1ECC}"/>
          </ac:cxnSpMkLst>
        </pc:cxnChg>
      </pc:sldChg>
      <pc:sldChg chg="modSp new">
        <pc:chgData name="Guest User" userId="" providerId="Windows Live" clId="Web-{867B9AD8-FFCD-BDA4-F653-8A3D2DD0AF4E}" dt="2026-10-07T22:59:32.349" v="36" actId="20577"/>
        <pc:sldMkLst>
          <pc:docMk/>
          <pc:sldMk cId="3335570706" sldId="258"/>
        </pc:sldMkLst>
        <pc:spChg chg="mod">
          <ac:chgData name="Guest User" userId="" providerId="Windows Live" clId="Web-{867B9AD8-FFCD-BDA4-F653-8A3D2DD0AF4E}" dt="2026-10-07T22:59:32.349" v="36" actId="20577"/>
          <ac:spMkLst>
            <pc:docMk/>
            <pc:sldMk cId="3335570706" sldId="258"/>
            <ac:spMk id="2" creationId="{1BCB459E-CCA0-4198-A9D5-5834DB79D1DC}"/>
          </ac:spMkLst>
        </pc:spChg>
      </pc:sldChg>
      <pc:sldChg chg="modSp new">
        <pc:chgData name="Guest User" userId="" providerId="Windows Live" clId="Web-{867B9AD8-FFCD-BDA4-F653-8A3D2DD0AF4E}" dt="2026-10-07T22:59:59.163" v="48" actId="20577"/>
        <pc:sldMkLst>
          <pc:docMk/>
          <pc:sldMk cId="3266236908" sldId="259"/>
        </pc:sldMkLst>
        <pc:spChg chg="mod">
          <ac:chgData name="Guest User" userId="" providerId="Windows Live" clId="Web-{867B9AD8-FFCD-BDA4-F653-8A3D2DD0AF4E}" dt="2026-10-07T22:59:59.163" v="48" actId="20577"/>
          <ac:spMkLst>
            <pc:docMk/>
            <pc:sldMk cId="3266236908" sldId="259"/>
            <ac:spMk id="2" creationId="{1DA383B2-3679-6DD3-974F-1D83416307DB}"/>
          </ac:spMkLst>
        </pc:spChg>
      </pc:sldChg>
      <pc:sldChg chg="modSp new">
        <pc:chgData name="Guest User" userId="" providerId="Windows Live" clId="Web-{867B9AD8-FFCD-BDA4-F653-8A3D2DD0AF4E}" dt="2026-10-07T23:00:09.492" v="65" actId="20577"/>
        <pc:sldMkLst>
          <pc:docMk/>
          <pc:sldMk cId="715637657" sldId="260"/>
        </pc:sldMkLst>
        <pc:spChg chg="mod">
          <ac:chgData name="Guest User" userId="" providerId="Windows Live" clId="Web-{867B9AD8-FFCD-BDA4-F653-8A3D2DD0AF4E}" dt="2026-10-07T23:00:09.492" v="65" actId="20577"/>
          <ac:spMkLst>
            <pc:docMk/>
            <pc:sldMk cId="715637657" sldId="260"/>
            <ac:spMk id="2" creationId="{28BCAE99-11FF-B114-7241-DF60C2905CBA}"/>
          </ac:spMkLst>
        </pc:spChg>
      </pc:sldChg>
      <pc:sldChg chg="modSp new">
        <pc:chgData name="Guest User" userId="" providerId="Windows Live" clId="Web-{867B9AD8-FFCD-BDA4-F653-8A3D2DD0AF4E}" dt="2026-10-07T23:00:22.711" v="73" actId="20577"/>
        <pc:sldMkLst>
          <pc:docMk/>
          <pc:sldMk cId="1480793858" sldId="261"/>
        </pc:sldMkLst>
        <pc:spChg chg="mod">
          <ac:chgData name="Guest User" userId="" providerId="Windows Live" clId="Web-{867B9AD8-FFCD-BDA4-F653-8A3D2DD0AF4E}" dt="2026-10-07T23:00:22.711" v="73" actId="20577"/>
          <ac:spMkLst>
            <pc:docMk/>
            <pc:sldMk cId="1480793858" sldId="261"/>
            <ac:spMk id="2" creationId="{8EA88E46-5CB1-E997-C7A6-B3CE0D554AF5}"/>
          </ac:spMkLst>
        </pc:spChg>
      </pc:sldChg>
      <pc:sldChg chg="modSp new">
        <pc:chgData name="Guest User" userId="" providerId="Windows Live" clId="Web-{867B9AD8-FFCD-BDA4-F653-8A3D2DD0AF4E}" dt="2026-10-07T23:01:33.558" v="85" actId="20577"/>
        <pc:sldMkLst>
          <pc:docMk/>
          <pc:sldMk cId="3360902048" sldId="263"/>
        </pc:sldMkLst>
        <pc:spChg chg="mod">
          <ac:chgData name="Guest User" userId="" providerId="Windows Live" clId="Web-{867B9AD8-FFCD-BDA4-F653-8A3D2DD0AF4E}" dt="2026-10-07T23:01:33.558" v="85" actId="20577"/>
          <ac:spMkLst>
            <pc:docMk/>
            <pc:sldMk cId="3360902048" sldId="263"/>
            <ac:spMk id="2" creationId="{159904ED-64A6-8F17-FCE6-9C851AC395D8}"/>
          </ac:spMkLst>
        </pc:spChg>
      </pc:sldChg>
      <pc:sldChg chg="modSp new">
        <pc:chgData name="Guest User" userId="" providerId="Windows Live" clId="Web-{867B9AD8-FFCD-BDA4-F653-8A3D2DD0AF4E}" dt="2026-10-07T23:03:03.608" v="118" actId="20577"/>
        <pc:sldMkLst>
          <pc:docMk/>
          <pc:sldMk cId="3003145306" sldId="264"/>
        </pc:sldMkLst>
        <pc:spChg chg="mod">
          <ac:chgData name="Guest User" userId="" providerId="Windows Live" clId="Web-{867B9AD8-FFCD-BDA4-F653-8A3D2DD0AF4E}" dt="2026-10-07T23:03:03.608" v="118" actId="20577"/>
          <ac:spMkLst>
            <pc:docMk/>
            <pc:sldMk cId="3003145306" sldId="264"/>
            <ac:spMk id="2" creationId="{2D9EF2C5-11E0-3FEB-68BC-CC5A92663D72}"/>
          </ac:spMkLst>
        </pc:spChg>
      </pc:sldChg>
      <pc:sldChg chg="modSp new">
        <pc:chgData name="Guest User" userId="" providerId="Windows Live" clId="Web-{867B9AD8-FFCD-BDA4-F653-8A3D2DD0AF4E}" dt="2026-10-07T23:01:44.277" v="94" actId="20577"/>
        <pc:sldMkLst>
          <pc:docMk/>
          <pc:sldMk cId="2791556943" sldId="265"/>
        </pc:sldMkLst>
        <pc:spChg chg="mod">
          <ac:chgData name="Guest User" userId="" providerId="Windows Live" clId="Web-{867B9AD8-FFCD-BDA4-F653-8A3D2DD0AF4E}" dt="2026-10-07T23:01:44.277" v="94" actId="20577"/>
          <ac:spMkLst>
            <pc:docMk/>
            <pc:sldMk cId="2791556943" sldId="265"/>
            <ac:spMk id="2" creationId="{43494283-2388-0E12-5AD4-B094732D5CE3}"/>
          </ac:spMkLst>
        </pc:spChg>
      </pc:sldChg>
      <pc:sldChg chg="delSp modSp new">
        <pc:chgData name="Guest User" userId="" providerId="Windows Live" clId="Web-{867B9AD8-FFCD-BDA4-F653-8A3D2DD0AF4E}" dt="2026-10-07T23:02:23.904" v="111"/>
        <pc:sldMkLst>
          <pc:docMk/>
          <pc:sldMk cId="582482481" sldId="266"/>
        </pc:sldMkLst>
        <pc:spChg chg="mod">
          <ac:chgData name="Guest User" userId="" providerId="Windows Live" clId="Web-{867B9AD8-FFCD-BDA4-F653-8A3D2DD0AF4E}" dt="2026-10-07T23:02:23.904" v="111"/>
          <ac:spMkLst>
            <pc:docMk/>
            <pc:sldMk cId="582482481" sldId="266"/>
            <ac:spMk id="2" creationId="{39F3DB48-BCCF-1971-1E81-8377165F8016}"/>
          </ac:spMkLst>
        </pc:spChg>
      </pc:sldChg>
      <pc:sldChg chg="modSp new">
        <pc:chgData name="Guest User" userId="" providerId="Windows Live" clId="Web-{867B9AD8-FFCD-BDA4-F653-8A3D2DD0AF4E}" dt="2026-10-07T23:03:19.484" v="126" actId="20577"/>
        <pc:sldMkLst>
          <pc:docMk/>
          <pc:sldMk cId="4236129517" sldId="267"/>
        </pc:sldMkLst>
        <pc:spChg chg="mod">
          <ac:chgData name="Guest User" userId="" providerId="Windows Live" clId="Web-{867B9AD8-FFCD-BDA4-F653-8A3D2DD0AF4E}" dt="2026-10-07T23:03:19.484" v="126" actId="20577"/>
          <ac:spMkLst>
            <pc:docMk/>
            <pc:sldMk cId="4236129517" sldId="267"/>
            <ac:spMk id="2" creationId="{DD64493E-D14D-0AC7-D1B2-DEC58F4B239C}"/>
          </ac:spMkLst>
        </pc:spChg>
      </pc:sldChg>
      <pc:sldChg chg="modSp new">
        <pc:chgData name="Guest User" userId="" providerId="Windows Live" clId="Web-{867B9AD8-FFCD-BDA4-F653-8A3D2DD0AF4E}" dt="2026-10-07T23:04:28.487" v="140" actId="20577"/>
        <pc:sldMkLst>
          <pc:docMk/>
          <pc:sldMk cId="2935940868" sldId="268"/>
        </pc:sldMkLst>
        <pc:spChg chg="mod">
          <ac:chgData name="Guest User" userId="" providerId="Windows Live" clId="Web-{867B9AD8-FFCD-BDA4-F653-8A3D2DD0AF4E}" dt="2026-10-07T23:04:28.487" v="140" actId="20577"/>
          <ac:spMkLst>
            <pc:docMk/>
            <pc:sldMk cId="2935940868" sldId="268"/>
            <ac:spMk id="2" creationId="{79835F8E-6225-B2E3-89A2-C913CD4322F2}"/>
          </ac:spMkLst>
        </pc:spChg>
      </pc:sldChg>
    </pc:docChg>
  </pc:docChgLst>
  <pc:docChgLst>
    <pc:chgData name="Guest User" providerId="Windows Live" clId="Web-{5440D869-76C6-153A-CCFC-E9009CF7143F}"/>
    <pc:docChg chg="addSld delSld">
      <pc:chgData name="Guest User" userId="" providerId="Windows Live" clId="Web-{5440D869-76C6-153A-CCFC-E9009CF7143F}" dt="2026-10-07T23:08:51.513" v="1"/>
      <pc:docMkLst>
        <pc:docMk/>
      </pc:docMkLst>
      <pc:sldChg chg="add del">
        <pc:chgData name="Guest User" userId="" providerId="Windows Live" clId="Web-{5440D869-76C6-153A-CCFC-E9009CF7143F}" dt="2026-10-07T23:08:51.513" v="1"/>
        <pc:sldMkLst>
          <pc:docMk/>
          <pc:sldMk cId="3360902048" sldId="263"/>
        </pc:sldMkLst>
      </pc:sldChg>
    </pc:docChg>
  </pc:docChgLst>
  <pc:docChgLst>
    <pc:chgData name="Charly Driscoll" userId="a38534bcc84d478e" providerId="Windows Live" clId="Web-{3EACFD48-A6FC-1137-4B2B-503CF54D2ECC}"/>
    <pc:docChg chg="addSld delSld modSld">
      <pc:chgData name="Charly Driscoll" userId="a38534bcc84d478e" providerId="Windows Live" clId="Web-{3EACFD48-A6FC-1137-4B2B-503CF54D2ECC}" dt="2026-10-09T14:42:49.645" v="98"/>
      <pc:docMkLst>
        <pc:docMk/>
      </pc:docMkLst>
      <pc:sldChg chg="addSp delSp">
        <pc:chgData name="Charly Driscoll" userId="a38534bcc84d478e" providerId="Windows Live" clId="Web-{3EACFD48-A6FC-1137-4B2B-503CF54D2ECC}" dt="2026-10-09T14:25:36.718" v="13"/>
        <pc:sldMkLst>
          <pc:docMk/>
          <pc:sldMk cId="2935940868" sldId="268"/>
        </pc:sldMkLst>
        <pc:spChg chg="add del">
          <ac:chgData name="Charly Driscoll" userId="a38534bcc84d478e" providerId="Windows Live" clId="Web-{3EACFD48-A6FC-1137-4B2B-503CF54D2ECC}" dt="2026-10-09T14:25:36.703" v="7"/>
          <ac:spMkLst>
            <pc:docMk/>
            <pc:sldMk cId="2935940868" sldId="268"/>
            <ac:spMk id="5" creationId="{B0A83F2E-945F-E887-462E-F57CB11676B1}"/>
          </ac:spMkLst>
        </pc:spChg>
        <pc:spChg chg="add del">
          <ac:chgData name="Charly Driscoll" userId="a38534bcc84d478e" providerId="Windows Live" clId="Web-{3EACFD48-A6FC-1137-4B2B-503CF54D2ECC}" dt="2026-10-09T14:25:36.703" v="9"/>
          <ac:spMkLst>
            <pc:docMk/>
            <pc:sldMk cId="2935940868" sldId="268"/>
            <ac:spMk id="10" creationId="{BD578BC3-482B-A08D-670A-6A07B53EC412}"/>
          </ac:spMkLst>
        </pc:spChg>
        <pc:spChg chg="add del">
          <ac:chgData name="Charly Driscoll" userId="a38534bcc84d478e" providerId="Windows Live" clId="Web-{3EACFD48-A6FC-1137-4B2B-503CF54D2ECC}" dt="2026-10-09T14:25:36.703" v="11"/>
          <ac:spMkLst>
            <pc:docMk/>
            <pc:sldMk cId="2935940868" sldId="268"/>
            <ac:spMk id="12" creationId="{44D98A42-2E71-AFE6-445E-03EE3AB2FB8A}"/>
          </ac:spMkLst>
        </pc:spChg>
        <pc:spChg chg="add del">
          <ac:chgData name="Charly Driscoll" userId="a38534bcc84d478e" providerId="Windows Live" clId="Web-{3EACFD48-A6FC-1137-4B2B-503CF54D2ECC}" dt="2026-10-09T14:25:36.718" v="13"/>
          <ac:spMkLst>
            <pc:docMk/>
            <pc:sldMk cId="2935940868" sldId="268"/>
            <ac:spMk id="14" creationId="{8E4158FC-1B90-D52F-ADA1-E6CD4EC6E458}"/>
          </ac:spMkLst>
        </pc:spChg>
        <pc:cxnChg chg="add del">
          <ac:chgData name="Charly Driscoll" userId="a38534bcc84d478e" providerId="Windows Live" clId="Web-{3EACFD48-A6FC-1137-4B2B-503CF54D2ECC}" dt="2026-10-09T14:25:36.703" v="8"/>
          <ac:cxnSpMkLst>
            <pc:docMk/>
            <pc:sldMk cId="2935940868" sldId="268"/>
            <ac:cxnSpMk id="9" creationId="{C8984539-D28D-33F7-B78E-8D08A4238757}"/>
          </ac:cxnSpMkLst>
        </pc:cxnChg>
        <pc:cxnChg chg="add del">
          <ac:chgData name="Charly Driscoll" userId="a38534bcc84d478e" providerId="Windows Live" clId="Web-{3EACFD48-A6FC-1137-4B2B-503CF54D2ECC}" dt="2026-10-09T14:25:36.703" v="10"/>
          <ac:cxnSpMkLst>
            <pc:docMk/>
            <pc:sldMk cId="2935940868" sldId="268"/>
            <ac:cxnSpMk id="11" creationId="{49272310-3124-7615-A334-9C9DEF7D666A}"/>
          </ac:cxnSpMkLst>
        </pc:cxnChg>
        <pc:cxnChg chg="add del">
          <ac:chgData name="Charly Driscoll" userId="a38534bcc84d478e" providerId="Windows Live" clId="Web-{3EACFD48-A6FC-1137-4B2B-503CF54D2ECC}" dt="2026-10-09T14:25:36.703" v="12"/>
          <ac:cxnSpMkLst>
            <pc:docMk/>
            <pc:sldMk cId="2935940868" sldId="268"/>
            <ac:cxnSpMk id="13" creationId="{EB8370FE-8B38-DE72-13DC-84B2DD81D71A}"/>
          </ac:cxnSpMkLst>
        </pc:cxnChg>
      </pc:sldChg>
      <pc:sldChg chg="addSp delSp modSp add del mod setBg">
        <pc:chgData name="Charly Driscoll" userId="a38534bcc84d478e" providerId="Windows Live" clId="Web-{3EACFD48-A6FC-1137-4B2B-503CF54D2ECC}" dt="2026-10-09T14:42:49.645" v="98"/>
        <pc:sldMkLst>
          <pc:docMk/>
          <pc:sldMk cId="2140153497" sldId="276"/>
        </pc:sldMkLst>
        <pc:spChg chg="mod">
          <ac:chgData name="Charly Driscoll" userId="a38534bcc84d478e" providerId="Windows Live" clId="Web-{3EACFD48-A6FC-1137-4B2B-503CF54D2ECC}" dt="2026-10-09T14:29:14.788" v="97"/>
          <ac:spMkLst>
            <pc:docMk/>
            <pc:sldMk cId="2140153497" sldId="276"/>
            <ac:spMk id="2" creationId="{79835F8E-6225-B2E3-89A2-C913CD4322F2}"/>
          </ac:spMkLst>
        </pc:spChg>
        <pc:spChg chg="mod">
          <ac:chgData name="Charly Driscoll" userId="a38534bcc84d478e" providerId="Windows Live" clId="Web-{3EACFD48-A6FC-1137-4B2B-503CF54D2ECC}" dt="2026-10-09T14:29:14.788" v="97"/>
          <ac:spMkLst>
            <pc:docMk/>
            <pc:sldMk cId="2140153497" sldId="276"/>
            <ac:spMk id="3" creationId="{BF21A8A2-483F-2655-2E75-931CDD27FD40}"/>
          </ac:spMkLst>
        </pc:spChg>
        <pc:spChg chg="add del">
          <ac:chgData name="Charly Driscoll" userId="a38534bcc84d478e" providerId="Windows Live" clId="Web-{3EACFD48-A6FC-1137-4B2B-503CF54D2ECC}" dt="2026-10-09T14:26:57.408" v="16"/>
          <ac:spMkLst>
            <pc:docMk/>
            <pc:sldMk cId="2140153497" sldId="276"/>
            <ac:spMk id="4" creationId="{743ABCB9-4A51-0A31-6BC2-DAC4A1A17196}"/>
          </ac:spMkLst>
        </pc:spChg>
        <pc:spChg chg="del">
          <ac:chgData name="Charly Driscoll" userId="a38534bcc84d478e" providerId="Windows Live" clId="Web-{3EACFD48-A6FC-1137-4B2B-503CF54D2ECC}" dt="2026-10-09T14:27:35.332" v="84"/>
          <ac:spMkLst>
            <pc:docMk/>
            <pc:sldMk cId="2140153497" sldId="276"/>
            <ac:spMk id="5" creationId="{B0A83F2E-945F-E887-462E-F57CB11676B1}"/>
          </ac:spMkLst>
        </pc:spChg>
        <pc:spChg chg="del mod">
          <ac:chgData name="Charly Driscoll" userId="a38534bcc84d478e" providerId="Windows Live" clId="Web-{3EACFD48-A6FC-1137-4B2B-503CF54D2ECC}" dt="2026-10-09T14:28:11.161" v="89"/>
          <ac:spMkLst>
            <pc:docMk/>
            <pc:sldMk cId="2140153497" sldId="276"/>
            <ac:spMk id="6" creationId="{DCCE7700-E04B-0DF8-73A8-61C54A02C3ED}"/>
          </ac:spMkLst>
        </pc:spChg>
        <pc:spChg chg="add mod">
          <ac:chgData name="Charly Driscoll" userId="a38534bcc84d478e" providerId="Windows Live" clId="Web-{3EACFD48-A6FC-1137-4B2B-503CF54D2ECC}" dt="2026-10-09T14:29:14.788" v="97"/>
          <ac:spMkLst>
            <pc:docMk/>
            <pc:sldMk cId="2140153497" sldId="276"/>
            <ac:spMk id="7" creationId="{CB11FA23-1315-16C8-B921-242D150E7A4E}"/>
          </ac:spMkLst>
        </pc:spChg>
        <pc:spChg chg="del">
          <ac:chgData name="Charly Driscoll" userId="a38534bcc84d478e" providerId="Windows Live" clId="Web-{3EACFD48-A6FC-1137-4B2B-503CF54D2ECC}" dt="2026-10-09T14:27:35.332" v="82"/>
          <ac:spMkLst>
            <pc:docMk/>
            <pc:sldMk cId="2140153497" sldId="276"/>
            <ac:spMk id="10" creationId="{BD578BC3-482B-A08D-670A-6A07B53EC412}"/>
          </ac:spMkLst>
        </pc:spChg>
        <pc:spChg chg="del">
          <ac:chgData name="Charly Driscoll" userId="a38534bcc84d478e" providerId="Windows Live" clId="Web-{3EACFD48-A6FC-1137-4B2B-503CF54D2ECC}" dt="2026-10-09T14:27:35.332" v="80"/>
          <ac:spMkLst>
            <pc:docMk/>
            <pc:sldMk cId="2140153497" sldId="276"/>
            <ac:spMk id="12" creationId="{44D98A42-2E71-AFE6-445E-03EE3AB2FB8A}"/>
          </ac:spMkLst>
        </pc:spChg>
        <pc:spChg chg="del">
          <ac:chgData name="Charly Driscoll" userId="a38534bcc84d478e" providerId="Windows Live" clId="Web-{3EACFD48-A6FC-1137-4B2B-503CF54D2ECC}" dt="2026-10-09T14:27:35.332" v="78"/>
          <ac:spMkLst>
            <pc:docMk/>
            <pc:sldMk cId="2140153497" sldId="276"/>
            <ac:spMk id="14" creationId="{8E4158FC-1B90-D52F-ADA1-E6CD4EC6E458}"/>
          </ac:spMkLst>
        </pc:spChg>
        <pc:spChg chg="add del">
          <ac:chgData name="Charly Driscoll" userId="a38534bcc84d478e" providerId="Windows Live" clId="Web-{3EACFD48-A6FC-1137-4B2B-503CF54D2ECC}" dt="2026-10-09T14:29:14.788" v="97"/>
          <ac:spMkLst>
            <pc:docMk/>
            <pc:sldMk cId="2140153497" sldId="276"/>
            <ac:spMk id="15" creationId="{9F7D788E-2C1B-4EF4-8719-12613771FF98}"/>
          </ac:spMkLst>
        </pc:spChg>
        <pc:spChg chg="add del">
          <ac:chgData name="Charly Driscoll" userId="a38534bcc84d478e" providerId="Windows Live" clId="Web-{3EACFD48-A6FC-1137-4B2B-503CF54D2ECC}" dt="2026-10-09T14:29:14.788" v="97"/>
          <ac:spMkLst>
            <pc:docMk/>
            <pc:sldMk cId="2140153497" sldId="276"/>
            <ac:spMk id="16" creationId="{58DEA6A1-FC5C-4E6E-BBBF-7E472949B394}"/>
          </ac:spMkLst>
        </pc:spChg>
        <pc:spChg chg="add del">
          <ac:chgData name="Charly Driscoll" userId="a38534bcc84d478e" providerId="Windows Live" clId="Web-{3EACFD48-A6FC-1137-4B2B-503CF54D2ECC}" dt="2026-10-09T14:29:14.788" v="97"/>
          <ac:spMkLst>
            <pc:docMk/>
            <pc:sldMk cId="2140153497" sldId="276"/>
            <ac:spMk id="17" creationId="{7C54E824-C0F4-480B-BC88-689F50C45FBD}"/>
          </ac:spMkLst>
        </pc:spChg>
        <pc:spChg chg="add del">
          <ac:chgData name="Charly Driscoll" userId="a38534bcc84d478e" providerId="Windows Live" clId="Web-{3EACFD48-A6FC-1137-4B2B-503CF54D2ECC}" dt="2026-10-09T14:29:14.788" v="97"/>
          <ac:spMkLst>
            <pc:docMk/>
            <pc:sldMk cId="2140153497" sldId="276"/>
            <ac:spMk id="18" creationId="{96AAAC3B-1954-46B7-BBAC-27DFF5B5295F}"/>
          </ac:spMkLst>
        </pc:spChg>
        <pc:spChg chg="add del">
          <ac:chgData name="Charly Driscoll" userId="a38534bcc84d478e" providerId="Windows Live" clId="Web-{3EACFD48-A6FC-1137-4B2B-503CF54D2ECC}" dt="2026-10-09T14:29:14.788" v="97"/>
          <ac:spMkLst>
            <pc:docMk/>
            <pc:sldMk cId="2140153497" sldId="276"/>
            <ac:spMk id="20" creationId="{A5AD6500-BB62-4AAC-9D2F-C10DDC90CBB1}"/>
          </ac:spMkLst>
        </pc:spChg>
        <pc:cxnChg chg="del">
          <ac:chgData name="Charly Driscoll" userId="a38534bcc84d478e" providerId="Windows Live" clId="Web-{3EACFD48-A6FC-1137-4B2B-503CF54D2ECC}" dt="2026-10-09T14:27:35.332" v="83"/>
          <ac:cxnSpMkLst>
            <pc:docMk/>
            <pc:sldMk cId="2140153497" sldId="276"/>
            <ac:cxnSpMk id="9" creationId="{C8984539-D28D-33F7-B78E-8D08A4238757}"/>
          </ac:cxnSpMkLst>
        </pc:cxnChg>
        <pc:cxnChg chg="del">
          <ac:chgData name="Charly Driscoll" userId="a38534bcc84d478e" providerId="Windows Live" clId="Web-{3EACFD48-A6FC-1137-4B2B-503CF54D2ECC}" dt="2026-10-09T14:27:35.332" v="81"/>
          <ac:cxnSpMkLst>
            <pc:docMk/>
            <pc:sldMk cId="2140153497" sldId="276"/>
            <ac:cxnSpMk id="11" creationId="{49272310-3124-7615-A334-9C9DEF7D666A}"/>
          </ac:cxnSpMkLst>
        </pc:cxnChg>
        <pc:cxnChg chg="del">
          <ac:chgData name="Charly Driscoll" userId="a38534bcc84d478e" providerId="Windows Live" clId="Web-{3EACFD48-A6FC-1137-4B2B-503CF54D2ECC}" dt="2026-10-09T14:27:35.332" v="79"/>
          <ac:cxnSpMkLst>
            <pc:docMk/>
            <pc:sldMk cId="2140153497" sldId="276"/>
            <ac:cxnSpMk id="13" creationId="{EB8370FE-8B38-DE72-13DC-84B2DD81D71A}"/>
          </ac:cxnSpMkLst>
        </pc:cxnChg>
      </pc:sldChg>
    </pc:docChg>
  </pc:docChgLst>
  <pc:docChgLst>
    <pc:chgData name="Brandon Robare" userId="38499e21f2d53a79" providerId="LiveId" clId="{82BE976D-17B1-5EAD-B3B8-C07C4664B712}"/>
    <pc:docChg chg="undo custSel addSld delSld modSld">
      <pc:chgData name="Brandon Robare" userId="38499e21f2d53a79" providerId="LiveId" clId="{82BE976D-17B1-5EAD-B3B8-C07C4664B712}" dt="2026-10-09T19:37:34.463" v="220" actId="478"/>
      <pc:docMkLst>
        <pc:docMk/>
      </pc:docMkLst>
      <pc:sldChg chg="del">
        <pc:chgData name="Brandon Robare" userId="38499e21f2d53a79" providerId="LiveId" clId="{82BE976D-17B1-5EAD-B3B8-C07C4664B712}" dt="2026-10-08T13:46:20.718" v="4" actId="2696"/>
        <pc:sldMkLst>
          <pc:docMk/>
          <pc:sldMk cId="3721950860" sldId="262"/>
        </pc:sldMkLst>
      </pc:sldChg>
      <pc:sldChg chg="del">
        <pc:chgData name="Brandon Robare" userId="38499e21f2d53a79" providerId="LiveId" clId="{82BE976D-17B1-5EAD-B3B8-C07C4664B712}" dt="2026-10-08T13:46:20.116" v="3" actId="2696"/>
        <pc:sldMkLst>
          <pc:docMk/>
          <pc:sldMk cId="2770914314" sldId="269"/>
        </pc:sldMkLst>
      </pc:sldChg>
      <pc:sldChg chg="add del modNotesTx">
        <pc:chgData name="Brandon Robare" userId="38499e21f2d53a79" providerId="LiveId" clId="{82BE976D-17B1-5EAD-B3B8-C07C4664B712}" dt="2026-10-09T15:26:43.542" v="65" actId="2696"/>
        <pc:sldMkLst>
          <pc:docMk/>
          <pc:sldMk cId="424046764" sldId="270"/>
        </pc:sldMkLst>
      </pc:sldChg>
      <pc:sldChg chg="new del">
        <pc:chgData name="Brandon Robare" userId="38499e21f2d53a79" providerId="LiveId" clId="{82BE976D-17B1-5EAD-B3B8-C07C4664B712}" dt="2026-10-08T13:44:15.149" v="1" actId="680"/>
        <pc:sldMkLst>
          <pc:docMk/>
          <pc:sldMk cId="2214656336" sldId="270"/>
        </pc:sldMkLst>
      </pc:sldChg>
      <pc:sldChg chg="add del modNotesTx">
        <pc:chgData name="Brandon Robare" userId="38499e21f2d53a79" providerId="LiveId" clId="{82BE976D-17B1-5EAD-B3B8-C07C4664B712}" dt="2026-10-09T15:26:43.540" v="64" actId="2696"/>
        <pc:sldMkLst>
          <pc:docMk/>
          <pc:sldMk cId="551402975" sldId="271"/>
        </pc:sldMkLst>
      </pc:sldChg>
      <pc:sldChg chg="add del modNotesTx">
        <pc:chgData name="Brandon Robare" userId="38499e21f2d53a79" providerId="LiveId" clId="{82BE976D-17B1-5EAD-B3B8-C07C4664B712}" dt="2026-10-09T15:26:43.539" v="63" actId="2696"/>
        <pc:sldMkLst>
          <pc:docMk/>
          <pc:sldMk cId="2428769286" sldId="272"/>
        </pc:sldMkLst>
      </pc:sldChg>
      <pc:sldChg chg="add modNotesTx">
        <pc:chgData name="Brandon Robare" userId="38499e21f2d53a79" providerId="LiveId" clId="{82BE976D-17B1-5EAD-B3B8-C07C4664B712}" dt="2026-10-09T19:32:15.920" v="207" actId="20577"/>
        <pc:sldMkLst>
          <pc:docMk/>
          <pc:sldMk cId="3803547993" sldId="273"/>
        </pc:sldMkLst>
      </pc:sldChg>
      <pc:sldChg chg="add del">
        <pc:chgData name="Brandon Robare" userId="38499e21f2d53a79" providerId="LiveId" clId="{82BE976D-17B1-5EAD-B3B8-C07C4664B712}" dt="2026-10-09T15:26:43.537" v="62" actId="2696"/>
        <pc:sldMkLst>
          <pc:docMk/>
          <pc:sldMk cId="3136839821" sldId="274"/>
        </pc:sldMkLst>
      </pc:sldChg>
      <pc:sldChg chg="delSp modSp mod modNotesTx">
        <pc:chgData name="Brandon Robare" userId="38499e21f2d53a79" providerId="LiveId" clId="{82BE976D-17B1-5EAD-B3B8-C07C4664B712}" dt="2026-10-09T19:37:23.768" v="217" actId="478"/>
        <pc:sldMkLst>
          <pc:docMk/>
          <pc:sldMk cId="3616361790" sldId="275"/>
        </pc:sldMkLst>
        <pc:spChg chg="mod">
          <ac:chgData name="Brandon Robare" userId="38499e21f2d53a79" providerId="LiveId" clId="{82BE976D-17B1-5EAD-B3B8-C07C4664B712}" dt="2026-10-09T19:37:18.646" v="216" actId="20577"/>
          <ac:spMkLst>
            <pc:docMk/>
            <pc:sldMk cId="3616361790" sldId="275"/>
            <ac:spMk id="2" creationId="{00000000-0000-0000-0000-000000000000}"/>
          </ac:spMkLst>
        </pc:spChg>
        <pc:spChg chg="del">
          <ac:chgData name="Brandon Robare" userId="38499e21f2d53a79" providerId="LiveId" clId="{82BE976D-17B1-5EAD-B3B8-C07C4664B712}" dt="2026-10-09T19:03:39.934" v="169" actId="478"/>
          <ac:spMkLst>
            <pc:docMk/>
            <pc:sldMk cId="3616361790" sldId="275"/>
            <ac:spMk id="24" creationId="{00000000-0000-0000-0000-000000000000}"/>
          </ac:spMkLst>
        </pc:spChg>
        <pc:spChg chg="del">
          <ac:chgData name="Brandon Robare" userId="38499e21f2d53a79" providerId="LiveId" clId="{82BE976D-17B1-5EAD-B3B8-C07C4664B712}" dt="2026-10-09T19:37:23.768" v="217" actId="478"/>
          <ac:spMkLst>
            <pc:docMk/>
            <pc:sldMk cId="3616361790" sldId="275"/>
            <ac:spMk id="43" creationId="{00000000-0000-0000-0000-000000000000}"/>
          </ac:spMkLst>
        </pc:spChg>
      </pc:sldChg>
      <pc:sldChg chg="delSp add mod modNotesTx">
        <pc:chgData name="Brandon Robare" userId="38499e21f2d53a79" providerId="LiveId" clId="{82BE976D-17B1-5EAD-B3B8-C07C4664B712}" dt="2026-10-09T19:37:27.812" v="218" actId="478"/>
        <pc:sldMkLst>
          <pc:docMk/>
          <pc:sldMk cId="4061757992" sldId="276"/>
        </pc:sldMkLst>
        <pc:spChg chg="del">
          <ac:chgData name="Brandon Robare" userId="38499e21f2d53a79" providerId="LiveId" clId="{82BE976D-17B1-5EAD-B3B8-C07C4664B712}" dt="2026-10-09T19:37:27.812" v="218" actId="478"/>
          <ac:spMkLst>
            <pc:docMk/>
            <pc:sldMk cId="4061757992" sldId="276"/>
            <ac:spMk id="56" creationId="{00000000-0000-0000-0000-000000000000}"/>
          </ac:spMkLst>
        </pc:spChg>
      </pc:sldChg>
      <pc:sldChg chg="delSp add mod modNotesTx">
        <pc:chgData name="Brandon Robare" userId="38499e21f2d53a79" providerId="LiveId" clId="{82BE976D-17B1-5EAD-B3B8-C07C4664B712}" dt="2026-10-09T19:37:31.536" v="219" actId="478"/>
        <pc:sldMkLst>
          <pc:docMk/>
          <pc:sldMk cId="3173782307" sldId="277"/>
        </pc:sldMkLst>
        <pc:spChg chg="del">
          <ac:chgData name="Brandon Robare" userId="38499e21f2d53a79" providerId="LiveId" clId="{82BE976D-17B1-5EAD-B3B8-C07C4664B712}" dt="2026-10-09T19:37:31.536" v="219" actId="478"/>
          <ac:spMkLst>
            <pc:docMk/>
            <pc:sldMk cId="3173782307" sldId="277"/>
            <ac:spMk id="59" creationId="{00000000-0000-0000-0000-000000000000}"/>
          </ac:spMkLst>
        </pc:spChg>
      </pc:sldChg>
      <pc:sldChg chg="delSp add mod modNotesTx">
        <pc:chgData name="Brandon Robare" userId="38499e21f2d53a79" providerId="LiveId" clId="{82BE976D-17B1-5EAD-B3B8-C07C4664B712}" dt="2026-10-09T19:37:34.463" v="220" actId="478"/>
        <pc:sldMkLst>
          <pc:docMk/>
          <pc:sldMk cId="3243876841" sldId="278"/>
        </pc:sldMkLst>
        <pc:spChg chg="del">
          <ac:chgData name="Brandon Robare" userId="38499e21f2d53a79" providerId="LiveId" clId="{82BE976D-17B1-5EAD-B3B8-C07C4664B712}" dt="2026-10-09T19:37:34.463" v="220" actId="478"/>
          <ac:spMkLst>
            <pc:docMk/>
            <pc:sldMk cId="3243876841" sldId="278"/>
            <ac:spMk id="52" creationId="{00000000-0000-0000-0000-000000000000}"/>
          </ac:spMkLst>
        </pc:spChg>
      </pc:sldChg>
    </pc:docChg>
  </pc:docChgLst>
  <pc:docChgLst>
    <pc:chgData name="Chad W" userId="22b6f83d93f8df68" providerId="Windows Live" clId="Web-{31DAE215-164D-F854-B387-B64DDC48DAAB}"/>
    <pc:docChg chg="modSld">
      <pc:chgData name="Chad W" userId="22b6f83d93f8df68" providerId="Windows Live" clId="Web-{31DAE215-164D-F854-B387-B64DDC48DAAB}" dt="2026-10-08T19:52:52.973" v="5" actId="14100"/>
      <pc:docMkLst>
        <pc:docMk/>
      </pc:docMkLst>
      <pc:sldChg chg="addSp delSp modSp">
        <pc:chgData name="Chad W" userId="22b6f83d93f8df68" providerId="Windows Live" clId="Web-{31DAE215-164D-F854-B387-B64DDC48DAAB}" dt="2026-10-08T19:52:52.973" v="5" actId="14100"/>
        <pc:sldMkLst>
          <pc:docMk/>
          <pc:sldMk cId="3266236908" sldId="259"/>
        </pc:sldMkLst>
        <pc:spChg chg="del">
          <ac:chgData name="Chad W" userId="22b6f83d93f8df68" providerId="Windows Live" clId="Web-{31DAE215-164D-F854-B387-B64DDC48DAAB}" dt="2026-10-08T19:52:40.473" v="0"/>
          <ac:spMkLst>
            <pc:docMk/>
            <pc:sldMk cId="3266236908" sldId="259"/>
            <ac:spMk id="3" creationId="{4C0D974D-1AE5-953E-B7F2-7A98E6D09C9D}"/>
          </ac:spMkLst>
        </pc:spChg>
        <pc:picChg chg="add mod ord">
          <ac:chgData name="Chad W" userId="22b6f83d93f8df68" providerId="Windows Live" clId="Web-{31DAE215-164D-F854-B387-B64DDC48DAAB}" dt="2026-10-08T19:52:52.973" v="5" actId="14100"/>
          <ac:picMkLst>
            <pc:docMk/>
            <pc:sldMk cId="3266236908" sldId="259"/>
            <ac:picMk id="4" creationId="{9E84B401-090E-D077-8231-A1EEA1BDA10D}"/>
          </ac:picMkLst>
        </pc:picChg>
      </pc:sldChg>
    </pc:docChg>
  </pc:docChgLst>
  <pc:docChgLst>
    <pc:chgData name="Bryan Caskey" userId="07bf17ae3d6dd960" providerId="Windows Live" clId="Web-{00000000-0000-0000-0000-000000000000}"/>
    <pc:docChg chg="addSld delSld modSld sldOrd">
      <pc:chgData name="Bryan Caskey" userId="07bf17ae3d6dd960" providerId="Windows Live" clId="Web-{00000000-0000-0000-0000-000000000000}" dt="2026-10-09T20:49:55.056" v="2381" actId="20577"/>
      <pc:docMkLst>
        <pc:docMk/>
      </pc:docMkLst>
      <pc:sldChg chg="modSp">
        <pc:chgData name="Bryan Caskey" userId="07bf17ae3d6dd960" providerId="Windows Live" clId="Web-{00000000-0000-0000-0000-000000000000}" dt="2026-10-09T14:26:38.785" v="652" actId="20577"/>
        <pc:sldMkLst>
          <pc:docMk/>
          <pc:sldMk cId="1963458683" sldId="257"/>
        </pc:sldMkLst>
        <pc:spChg chg="mod">
          <ac:chgData name="Bryan Caskey" userId="07bf17ae3d6dd960" providerId="Windows Live" clId="Web-{00000000-0000-0000-0000-000000000000}" dt="2026-10-09T14:12:42.759" v="396" actId="20577"/>
          <ac:spMkLst>
            <pc:docMk/>
            <pc:sldMk cId="1963458683" sldId="257"/>
            <ac:spMk id="3" creationId="{E1BBEE9A-B58D-0C30-3026-1E44CEE47E8E}"/>
          </ac:spMkLst>
        </pc:spChg>
        <pc:spChg chg="mod">
          <ac:chgData name="Bryan Caskey" userId="07bf17ae3d6dd960" providerId="Windows Live" clId="Web-{00000000-0000-0000-0000-000000000000}" dt="2026-10-09T14:26:38.785" v="652" actId="20577"/>
          <ac:spMkLst>
            <pc:docMk/>
            <pc:sldMk cId="1963458683" sldId="257"/>
            <ac:spMk id="4" creationId="{C457ED82-1F32-C6E6-437E-459A2D43C8CB}"/>
          </ac:spMkLst>
        </pc:spChg>
      </pc:sldChg>
      <pc:sldChg chg="addSp delSp modSp mod setBg">
        <pc:chgData name="Bryan Caskey" userId="07bf17ae3d6dd960" providerId="Windows Live" clId="Web-{00000000-0000-0000-0000-000000000000}" dt="2026-10-09T14:19:34.365" v="621"/>
        <pc:sldMkLst>
          <pc:docMk/>
          <pc:sldMk cId="3335570706" sldId="258"/>
        </pc:sldMkLst>
        <pc:spChg chg="mod">
          <ac:chgData name="Bryan Caskey" userId="07bf17ae3d6dd960" providerId="Windows Live" clId="Web-{00000000-0000-0000-0000-000000000000}" dt="2026-10-09T14:19:34.365" v="621"/>
          <ac:spMkLst>
            <pc:docMk/>
            <pc:sldMk cId="3335570706" sldId="258"/>
            <ac:spMk id="2" creationId="{1BCB459E-CCA0-4198-A9D5-5834DB79D1DC}"/>
          </ac:spMkLst>
        </pc:spChg>
        <pc:spChg chg="del mod">
          <ac:chgData name="Bryan Caskey" userId="07bf17ae3d6dd960" providerId="Windows Live" clId="Web-{00000000-0000-0000-0000-000000000000}" dt="2026-10-09T14:19:34.365" v="621"/>
          <ac:spMkLst>
            <pc:docMk/>
            <pc:sldMk cId="3335570706" sldId="258"/>
            <ac:spMk id="3" creationId="{4E08A5A3-5E53-1C15-EC83-7AF550EE4B20}"/>
          </ac:spMkLst>
        </pc:spChg>
        <pc:spChg chg="add">
          <ac:chgData name="Bryan Caskey" userId="07bf17ae3d6dd960" providerId="Windows Live" clId="Web-{00000000-0000-0000-0000-000000000000}" dt="2026-10-09T14:19:34.365" v="621"/>
          <ac:spMkLst>
            <pc:docMk/>
            <pc:sldMk cId="3335570706" sldId="258"/>
            <ac:spMk id="9" creationId="{BACC6370-2D7E-4714-9D71-7542949D7D5D}"/>
          </ac:spMkLst>
        </pc:spChg>
        <pc:spChg chg="add">
          <ac:chgData name="Bryan Caskey" userId="07bf17ae3d6dd960" providerId="Windows Live" clId="Web-{00000000-0000-0000-0000-000000000000}" dt="2026-10-09T14:19:34.365" v="621"/>
          <ac:spMkLst>
            <pc:docMk/>
            <pc:sldMk cId="3335570706" sldId="258"/>
            <ac:spMk id="11" creationId="{F68B3F68-107C-434F-AA38-110D5EA91B85}"/>
          </ac:spMkLst>
        </pc:spChg>
        <pc:spChg chg="add">
          <ac:chgData name="Bryan Caskey" userId="07bf17ae3d6dd960" providerId="Windows Live" clId="Web-{00000000-0000-0000-0000-000000000000}" dt="2026-10-09T14:19:34.365" v="621"/>
          <ac:spMkLst>
            <pc:docMk/>
            <pc:sldMk cId="3335570706" sldId="258"/>
            <ac:spMk id="13" creationId="{AAD0DBB9-1A4B-4391-81D4-CB19F9AB918A}"/>
          </ac:spMkLst>
        </pc:spChg>
        <pc:spChg chg="add">
          <ac:chgData name="Bryan Caskey" userId="07bf17ae3d6dd960" providerId="Windows Live" clId="Web-{00000000-0000-0000-0000-000000000000}" dt="2026-10-09T14:19:34.365" v="621"/>
          <ac:spMkLst>
            <pc:docMk/>
            <pc:sldMk cId="3335570706" sldId="258"/>
            <ac:spMk id="15" creationId="{063BBA22-50EA-4C4D-BE05-F1CE4E63AA56}"/>
          </ac:spMkLst>
        </pc:spChg>
        <pc:graphicFrameChg chg="add">
          <ac:chgData name="Bryan Caskey" userId="07bf17ae3d6dd960" providerId="Windows Live" clId="Web-{00000000-0000-0000-0000-000000000000}" dt="2026-10-09T14:19:34.365" v="621"/>
          <ac:graphicFrameMkLst>
            <pc:docMk/>
            <pc:sldMk cId="3335570706" sldId="258"/>
            <ac:graphicFrameMk id="5" creationId="{221ED96B-C4A8-D3B8-6D03-AE6CC265201C}"/>
          </ac:graphicFrameMkLst>
        </pc:graphicFrameChg>
      </pc:sldChg>
      <pc:sldChg chg="modSp">
        <pc:chgData name="Bryan Caskey" userId="07bf17ae3d6dd960" providerId="Windows Live" clId="Web-{00000000-0000-0000-0000-000000000000}" dt="2026-10-09T20:49:02.664" v="2379" actId="14100"/>
        <pc:sldMkLst>
          <pc:docMk/>
          <pc:sldMk cId="3266236908" sldId="259"/>
        </pc:sldMkLst>
        <pc:picChg chg="mod">
          <ac:chgData name="Bryan Caskey" userId="07bf17ae3d6dd960" providerId="Windows Live" clId="Web-{00000000-0000-0000-0000-000000000000}" dt="2026-10-09T20:49:02.664" v="2379" actId="14100"/>
          <ac:picMkLst>
            <pc:docMk/>
            <pc:sldMk cId="3266236908" sldId="259"/>
            <ac:picMk id="4" creationId="{9E84B401-090E-D077-8231-A1EEA1BDA10D}"/>
          </ac:picMkLst>
        </pc:picChg>
      </pc:sldChg>
      <pc:sldChg chg="addSp delSp modSp del mod setBg">
        <pc:chgData name="Bryan Caskey" userId="07bf17ae3d6dd960" providerId="Windows Live" clId="Web-{00000000-0000-0000-0000-000000000000}" dt="2026-10-09T13:53:34.385" v="204"/>
        <pc:sldMkLst>
          <pc:docMk/>
          <pc:sldMk cId="1480793858" sldId="261"/>
        </pc:sldMkLst>
        <pc:spChg chg="del mod">
          <ac:chgData name="Bryan Caskey" userId="07bf17ae3d6dd960" providerId="Windows Live" clId="Web-{00000000-0000-0000-0000-000000000000}" dt="2026-10-09T13:52:19.473" v="198"/>
          <ac:spMkLst>
            <pc:docMk/>
            <pc:sldMk cId="1480793858" sldId="261"/>
            <ac:spMk id="2" creationId="{8EA88E46-5CB1-E997-C7A6-B3CE0D554AF5}"/>
          </ac:spMkLst>
        </pc:spChg>
        <pc:spChg chg="del">
          <ac:chgData name="Bryan Caskey" userId="07bf17ae3d6dd960" providerId="Windows Live" clId="Web-{00000000-0000-0000-0000-000000000000}" dt="2026-10-09T13:38:45.371" v="90"/>
          <ac:spMkLst>
            <pc:docMk/>
            <pc:sldMk cId="1480793858" sldId="261"/>
            <ac:spMk id="3" creationId="{95488CEB-7E95-EC49-0684-62F585A731AB}"/>
          </ac:spMkLst>
        </pc:spChg>
        <pc:spChg chg="add del mod">
          <ac:chgData name="Bryan Caskey" userId="07bf17ae3d6dd960" providerId="Windows Live" clId="Web-{00000000-0000-0000-0000-000000000000}" dt="2026-10-09T13:40:12.330" v="92"/>
          <ac:spMkLst>
            <pc:docMk/>
            <pc:sldMk cId="1480793858" sldId="261"/>
            <ac:spMk id="6" creationId="{E8ADEAEA-2FF9-65E5-B067-8112E1700252}"/>
          </ac:spMkLst>
        </pc:spChg>
        <pc:spChg chg="add del mod">
          <ac:chgData name="Bryan Caskey" userId="07bf17ae3d6dd960" providerId="Windows Live" clId="Web-{00000000-0000-0000-0000-000000000000}" dt="2026-10-09T13:41:04.990" v="94"/>
          <ac:spMkLst>
            <pc:docMk/>
            <pc:sldMk cId="1480793858" sldId="261"/>
            <ac:spMk id="8" creationId="{142135F3-EC34-D3CE-84F2-520BA978634B}"/>
          </ac:spMkLst>
        </pc:spChg>
        <pc:spChg chg="add del mod">
          <ac:chgData name="Bryan Caskey" userId="07bf17ae3d6dd960" providerId="Windows Live" clId="Web-{00000000-0000-0000-0000-000000000000}" dt="2026-10-09T13:42:20.589" v="125"/>
          <ac:spMkLst>
            <pc:docMk/>
            <pc:sldMk cId="1480793858" sldId="261"/>
            <ac:spMk id="9" creationId="{593B0F04-1A48-7BF9-8D75-637E1CEEA73E}"/>
          </ac:spMkLst>
        </pc:spChg>
        <pc:spChg chg="add del mod">
          <ac:chgData name="Bryan Caskey" userId="07bf17ae3d6dd960" providerId="Windows Live" clId="Web-{00000000-0000-0000-0000-000000000000}" dt="2026-10-09T13:42:18.933" v="124"/>
          <ac:spMkLst>
            <pc:docMk/>
            <pc:sldMk cId="1480793858" sldId="261"/>
            <ac:spMk id="10" creationId="{7C35E3BA-A90F-9681-DC5B-A6DCC6747D8D}"/>
          </ac:spMkLst>
        </pc:spChg>
        <pc:spChg chg="del mod">
          <ac:chgData name="Bryan Caskey" userId="07bf17ae3d6dd960" providerId="Windows Live" clId="Web-{00000000-0000-0000-0000-000000000000}" dt="2026-10-09T13:51:10.766" v="196"/>
          <ac:spMkLst>
            <pc:docMk/>
            <pc:sldMk cId="1480793858" sldId="261"/>
            <ac:spMk id="12" creationId="{EF21A1CD-530B-D674-1764-F7FE8E1116AA}"/>
          </ac:spMkLst>
        </pc:spChg>
        <pc:spChg chg="add del mod">
          <ac:chgData name="Bryan Caskey" userId="07bf17ae3d6dd960" providerId="Windows Live" clId="Web-{00000000-0000-0000-0000-000000000000}" dt="2026-10-09T13:51:10.766" v="194"/>
          <ac:spMkLst>
            <pc:docMk/>
            <pc:sldMk cId="1480793858" sldId="261"/>
            <ac:spMk id="14" creationId="{BD4FFE78-7DB8-B6BA-01EB-A425800B531F}"/>
          </ac:spMkLst>
        </pc:spChg>
        <pc:spChg chg="add del mod">
          <ac:chgData name="Bryan Caskey" userId="07bf17ae3d6dd960" providerId="Windows Live" clId="Web-{00000000-0000-0000-0000-000000000000}" dt="2026-10-09T13:51:10.766" v="193"/>
          <ac:spMkLst>
            <pc:docMk/>
            <pc:sldMk cId="1480793858" sldId="261"/>
            <ac:spMk id="15" creationId="{5833AEE5-9201-3435-EE67-B4EA46E50562}"/>
          </ac:spMkLst>
        </pc:spChg>
        <pc:spChg chg="add del">
          <ac:chgData name="Bryan Caskey" userId="07bf17ae3d6dd960" providerId="Windows Live" clId="Web-{00000000-0000-0000-0000-000000000000}" dt="2026-10-09T13:43:54.158" v="131"/>
          <ac:spMkLst>
            <pc:docMk/>
            <pc:sldMk cId="1480793858" sldId="261"/>
            <ac:spMk id="16" creationId="{76906711-0AFB-47DD-A4B6-4E94B38B8C91}"/>
          </ac:spMkLst>
        </pc:spChg>
        <pc:spChg chg="del mod">
          <ac:chgData name="Bryan Caskey" userId="07bf17ae3d6dd960" providerId="Windows Live" clId="Web-{00000000-0000-0000-0000-000000000000}" dt="2026-10-09T13:51:10.766" v="192"/>
          <ac:spMkLst>
            <pc:docMk/>
            <pc:sldMk cId="1480793858" sldId="261"/>
            <ac:spMk id="17" creationId="{4E60DD04-564F-07D1-A3BB-9C14BA0C21B4}"/>
          </ac:spMkLst>
        </pc:spChg>
        <pc:spChg chg="add del">
          <ac:chgData name="Bryan Caskey" userId="07bf17ae3d6dd960" providerId="Windows Live" clId="Web-{00000000-0000-0000-0000-000000000000}" dt="2026-10-09T13:43:54.158" v="131"/>
          <ac:spMkLst>
            <pc:docMk/>
            <pc:sldMk cId="1480793858" sldId="261"/>
            <ac:spMk id="18" creationId="{AA91F649-894C-41F6-A21D-3D1AC558E934}"/>
          </ac:spMkLst>
        </pc:spChg>
        <pc:spChg chg="add del">
          <ac:chgData name="Bryan Caskey" userId="07bf17ae3d6dd960" providerId="Windows Live" clId="Web-{00000000-0000-0000-0000-000000000000}" dt="2026-10-09T13:43:54.158" v="131"/>
          <ac:spMkLst>
            <pc:docMk/>
            <pc:sldMk cId="1480793858" sldId="261"/>
            <ac:spMk id="20" creationId="{56037404-66BD-46B5-9323-1B531319671A}"/>
          </ac:spMkLst>
        </pc:spChg>
        <pc:spChg chg="del mod">
          <ac:chgData name="Bryan Caskey" userId="07bf17ae3d6dd960" providerId="Windows Live" clId="Web-{00000000-0000-0000-0000-000000000000}" dt="2026-10-09T13:51:10.766" v="190"/>
          <ac:spMkLst>
            <pc:docMk/>
            <pc:sldMk cId="1480793858" sldId="261"/>
            <ac:spMk id="21" creationId="{9FC39B3C-806B-220F-DD44-F8D36E9D6BE4}"/>
          </ac:spMkLst>
        </pc:spChg>
        <pc:spChg chg="add del mod">
          <ac:chgData name="Bryan Caskey" userId="07bf17ae3d6dd960" providerId="Windows Live" clId="Web-{00000000-0000-0000-0000-000000000000}" dt="2026-10-09T13:51:10.766" v="189"/>
          <ac:spMkLst>
            <pc:docMk/>
            <pc:sldMk cId="1480793858" sldId="261"/>
            <ac:spMk id="22" creationId="{EDFBD49D-B1C9-285E-464A-17D62E2842CC}"/>
          </ac:spMkLst>
        </pc:spChg>
        <pc:spChg chg="del mod">
          <ac:chgData name="Bryan Caskey" userId="07bf17ae3d6dd960" providerId="Windows Live" clId="Web-{00000000-0000-0000-0000-000000000000}" dt="2026-10-09T13:51:10.766" v="187"/>
          <ac:spMkLst>
            <pc:docMk/>
            <pc:sldMk cId="1480793858" sldId="261"/>
            <ac:spMk id="24" creationId="{BDF5844D-7597-1A9F-819D-D37560435572}"/>
          </ac:spMkLst>
        </pc:spChg>
        <pc:spChg chg="del mod">
          <ac:chgData name="Bryan Caskey" userId="07bf17ae3d6dd960" providerId="Windows Live" clId="Web-{00000000-0000-0000-0000-000000000000}" dt="2026-10-09T13:51:10.766" v="186"/>
          <ac:spMkLst>
            <pc:docMk/>
            <pc:sldMk cId="1480793858" sldId="261"/>
            <ac:spMk id="25" creationId="{50791284-16E6-056E-E6CC-D3D7DD813661}"/>
          </ac:spMkLst>
        </pc:spChg>
        <pc:spChg chg="del mod">
          <ac:chgData name="Bryan Caskey" userId="07bf17ae3d6dd960" providerId="Windows Live" clId="Web-{00000000-0000-0000-0000-000000000000}" dt="2026-10-09T13:51:10.766" v="184"/>
          <ac:spMkLst>
            <pc:docMk/>
            <pc:sldMk cId="1480793858" sldId="261"/>
            <ac:spMk id="27" creationId="{C6F655FC-7695-4457-1CB4-0E9F180A3634}"/>
          </ac:spMkLst>
        </pc:spChg>
        <pc:spChg chg="del mod">
          <ac:chgData name="Bryan Caskey" userId="07bf17ae3d6dd960" providerId="Windows Live" clId="Web-{00000000-0000-0000-0000-000000000000}" dt="2026-10-09T13:51:10.766" v="183"/>
          <ac:spMkLst>
            <pc:docMk/>
            <pc:sldMk cId="1480793858" sldId="261"/>
            <ac:spMk id="28" creationId="{ABA9DD4D-6C3C-A40B-7477-FCBE048E5AEA}"/>
          </ac:spMkLst>
        </pc:spChg>
        <pc:spChg chg="del mod">
          <ac:chgData name="Bryan Caskey" userId="07bf17ae3d6dd960" providerId="Windows Live" clId="Web-{00000000-0000-0000-0000-000000000000}" dt="2026-10-09T13:51:10.766" v="182"/>
          <ac:spMkLst>
            <pc:docMk/>
            <pc:sldMk cId="1480793858" sldId="261"/>
            <ac:spMk id="29" creationId="{C0369A86-24DB-CAE2-FDAB-1FE79F6BE1BE}"/>
          </ac:spMkLst>
        </pc:spChg>
        <pc:spChg chg="del mod">
          <ac:chgData name="Bryan Caskey" userId="07bf17ae3d6dd960" providerId="Windows Live" clId="Web-{00000000-0000-0000-0000-000000000000}" dt="2026-10-09T13:51:10.766" v="180"/>
          <ac:spMkLst>
            <pc:docMk/>
            <pc:sldMk cId="1480793858" sldId="261"/>
            <ac:spMk id="31" creationId="{574513F4-A51A-8314-1437-F2D673145CD0}"/>
          </ac:spMkLst>
        </pc:spChg>
        <pc:spChg chg="del mod">
          <ac:chgData name="Bryan Caskey" userId="07bf17ae3d6dd960" providerId="Windows Live" clId="Web-{00000000-0000-0000-0000-000000000000}" dt="2026-10-09T13:51:10.766" v="179"/>
          <ac:spMkLst>
            <pc:docMk/>
            <pc:sldMk cId="1480793858" sldId="261"/>
            <ac:spMk id="32" creationId="{8DBB8352-8307-6159-12C5-6A88B6F7445F}"/>
          </ac:spMkLst>
        </pc:spChg>
        <pc:spChg chg="add del mod">
          <ac:chgData name="Bryan Caskey" userId="07bf17ae3d6dd960" providerId="Windows Live" clId="Web-{00000000-0000-0000-0000-000000000000}" dt="2026-10-09T13:51:10.766" v="178"/>
          <ac:spMkLst>
            <pc:docMk/>
            <pc:sldMk cId="1480793858" sldId="261"/>
            <ac:spMk id="33" creationId="{2E846671-F332-D1FE-0850-183127BD9563}"/>
          </ac:spMkLst>
        </pc:spChg>
        <pc:spChg chg="del mod">
          <ac:chgData name="Bryan Caskey" userId="07bf17ae3d6dd960" providerId="Windows Live" clId="Web-{00000000-0000-0000-0000-000000000000}" dt="2026-10-09T13:51:10.766" v="176"/>
          <ac:spMkLst>
            <pc:docMk/>
            <pc:sldMk cId="1480793858" sldId="261"/>
            <ac:spMk id="35" creationId="{CD3C78FD-F21E-7548-2ED3-CE2DDB6957DB}"/>
          </ac:spMkLst>
        </pc:spChg>
        <pc:spChg chg="add del mod">
          <ac:chgData name="Bryan Caskey" userId="07bf17ae3d6dd960" providerId="Windows Live" clId="Web-{00000000-0000-0000-0000-000000000000}" dt="2026-10-09T13:51:10.766" v="175"/>
          <ac:spMkLst>
            <pc:docMk/>
            <pc:sldMk cId="1480793858" sldId="261"/>
            <ac:spMk id="36" creationId="{8FF57DA9-7300-BC22-1E00-99D27E30031B}"/>
          </ac:spMkLst>
        </pc:spChg>
        <pc:spChg chg="add del mod">
          <ac:chgData name="Bryan Caskey" userId="07bf17ae3d6dd960" providerId="Windows Live" clId="Web-{00000000-0000-0000-0000-000000000000}" dt="2026-10-09T13:51:10.766" v="174"/>
          <ac:spMkLst>
            <pc:docMk/>
            <pc:sldMk cId="1480793858" sldId="261"/>
            <ac:spMk id="37" creationId="{3A4F1F12-BD9B-F0D8-ECC4-A84622817D1D}"/>
          </ac:spMkLst>
        </pc:spChg>
        <pc:spChg chg="del mod">
          <ac:chgData name="Bryan Caskey" userId="07bf17ae3d6dd960" providerId="Windows Live" clId="Web-{00000000-0000-0000-0000-000000000000}" dt="2026-10-09T13:51:10.766" v="173"/>
          <ac:spMkLst>
            <pc:docMk/>
            <pc:sldMk cId="1480793858" sldId="261"/>
            <ac:spMk id="38" creationId="{29026391-9EFB-2806-C307-ED78CD6C0A70}"/>
          </ac:spMkLst>
        </pc:spChg>
        <pc:spChg chg="del mod">
          <ac:chgData name="Bryan Caskey" userId="07bf17ae3d6dd960" providerId="Windows Live" clId="Web-{00000000-0000-0000-0000-000000000000}" dt="2026-10-09T13:51:10.766" v="172"/>
          <ac:spMkLst>
            <pc:docMk/>
            <pc:sldMk cId="1480793858" sldId="261"/>
            <ac:spMk id="39" creationId="{DE09EE48-89B2-EBF5-99BC-BAB3A47F7B03}"/>
          </ac:spMkLst>
        </pc:spChg>
        <pc:spChg chg="add del mod">
          <ac:chgData name="Bryan Caskey" userId="07bf17ae3d6dd960" providerId="Windows Live" clId="Web-{00000000-0000-0000-0000-000000000000}" dt="2026-10-09T13:51:10.766" v="171"/>
          <ac:spMkLst>
            <pc:docMk/>
            <pc:sldMk cId="1480793858" sldId="261"/>
            <ac:spMk id="40" creationId="{ACD6514C-F942-98DE-229E-08E3BCBDD80A}"/>
          </ac:spMkLst>
        </pc:spChg>
        <pc:spChg chg="del mod">
          <ac:chgData name="Bryan Caskey" userId="07bf17ae3d6dd960" providerId="Windows Live" clId="Web-{00000000-0000-0000-0000-000000000000}" dt="2026-10-09T13:51:10.766" v="170"/>
          <ac:spMkLst>
            <pc:docMk/>
            <pc:sldMk cId="1480793858" sldId="261"/>
            <ac:spMk id="41" creationId="{1A03EC34-2583-9316-BEE4-41833601BB18}"/>
          </ac:spMkLst>
        </pc:spChg>
        <pc:spChg chg="add del mod">
          <ac:chgData name="Bryan Caskey" userId="07bf17ae3d6dd960" providerId="Windows Live" clId="Web-{00000000-0000-0000-0000-000000000000}" dt="2026-10-09T13:51:10.750" v="169"/>
          <ac:spMkLst>
            <pc:docMk/>
            <pc:sldMk cId="1480793858" sldId="261"/>
            <ac:spMk id="42" creationId="{7FBE32D7-7C11-7AD6-18D0-7775E1FCCAAF}"/>
          </ac:spMkLst>
        </pc:spChg>
        <pc:spChg chg="del mod">
          <ac:chgData name="Bryan Caskey" userId="07bf17ae3d6dd960" providerId="Windows Live" clId="Web-{00000000-0000-0000-0000-000000000000}" dt="2026-10-09T13:51:10.750" v="168"/>
          <ac:spMkLst>
            <pc:docMk/>
            <pc:sldMk cId="1480793858" sldId="261"/>
            <ac:spMk id="43" creationId="{145DFB70-AADD-146F-37C4-75E261D18337}"/>
          </ac:spMkLst>
        </pc:spChg>
        <pc:spChg chg="add del mod">
          <ac:chgData name="Bryan Caskey" userId="07bf17ae3d6dd960" providerId="Windows Live" clId="Web-{00000000-0000-0000-0000-000000000000}" dt="2026-10-09T13:51:10.750" v="167"/>
          <ac:spMkLst>
            <pc:docMk/>
            <pc:sldMk cId="1480793858" sldId="261"/>
            <ac:spMk id="44" creationId="{8230C257-81AC-06D2-01B9-0B320EEBC41B}"/>
          </ac:spMkLst>
        </pc:spChg>
        <pc:spChg chg="add del mod">
          <ac:chgData name="Bryan Caskey" userId="07bf17ae3d6dd960" providerId="Windows Live" clId="Web-{00000000-0000-0000-0000-000000000000}" dt="2026-10-09T13:51:10.750" v="166"/>
          <ac:spMkLst>
            <pc:docMk/>
            <pc:sldMk cId="1480793858" sldId="261"/>
            <ac:spMk id="45" creationId="{D3790C71-A72C-69E1-17EF-61824B2CB98E}"/>
          </ac:spMkLst>
        </pc:spChg>
        <pc:spChg chg="add del mod">
          <ac:chgData name="Bryan Caskey" userId="07bf17ae3d6dd960" providerId="Windows Live" clId="Web-{00000000-0000-0000-0000-000000000000}" dt="2026-10-09T13:52:31.474" v="201"/>
          <ac:spMkLst>
            <pc:docMk/>
            <pc:sldMk cId="1480793858" sldId="261"/>
            <ac:spMk id="47" creationId="{A7E7D654-A59C-EBED-165B-B1BABC3B2595}"/>
          </ac:spMkLst>
        </pc:spChg>
        <pc:spChg chg="add del">
          <ac:chgData name="Bryan Caskey" userId="07bf17ae3d6dd960" providerId="Windows Live" clId="Web-{00000000-0000-0000-0000-000000000000}" dt="2026-10-09T13:52:27.021" v="200"/>
          <ac:spMkLst>
            <pc:docMk/>
            <pc:sldMk cId="1480793858" sldId="261"/>
            <ac:spMk id="48" creationId="{8EA88E46-5CB1-E997-C7A6-B3CE0D554AF5}"/>
          </ac:spMkLst>
        </pc:spChg>
        <pc:spChg chg="add">
          <ac:chgData name="Bryan Caskey" userId="07bf17ae3d6dd960" providerId="Windows Live" clId="Web-{00000000-0000-0000-0000-000000000000}" dt="2026-10-09T13:52:31.787" v="202"/>
          <ac:spMkLst>
            <pc:docMk/>
            <pc:sldMk cId="1480793858" sldId="261"/>
            <ac:spMk id="49" creationId="{3ACF64F6-9C52-F662-E38B-8150BE78A0A4}"/>
          </ac:spMkLst>
        </pc:spChg>
        <pc:picChg chg="add del mod ord">
          <ac:chgData name="Bryan Caskey" userId="07bf17ae3d6dd960" providerId="Windows Live" clId="Web-{00000000-0000-0000-0000-000000000000}" dt="2026-10-09T13:40:17.534" v="93"/>
          <ac:picMkLst>
            <pc:docMk/>
            <pc:sldMk cId="1480793858" sldId="261"/>
            <ac:picMk id="4" creationId="{9F85B2C9-B320-B4A0-F285-3CA2F543A648}"/>
          </ac:picMkLst>
        </pc:picChg>
        <pc:picChg chg="add del mod">
          <ac:chgData name="Bryan Caskey" userId="07bf17ae3d6dd960" providerId="Windows Live" clId="Web-{00000000-0000-0000-0000-000000000000}" dt="2026-10-09T13:43:57.533" v="132"/>
          <ac:picMkLst>
            <pc:docMk/>
            <pc:sldMk cId="1480793858" sldId="261"/>
            <ac:picMk id="11" creationId="{F3487575-2DA1-900E-EDE8-B21374C815C9}"/>
          </ac:picMkLst>
        </pc:picChg>
        <pc:picChg chg="del mod">
          <ac:chgData name="Bryan Caskey" userId="07bf17ae3d6dd960" providerId="Windows Live" clId="Web-{00000000-0000-0000-0000-000000000000}" dt="2026-10-09T13:51:10.766" v="195"/>
          <ac:picMkLst>
            <pc:docMk/>
            <pc:sldMk cId="1480793858" sldId="261"/>
            <ac:picMk id="13" creationId="{97EED07C-41AC-145E-CBCA-1101E4381DDA}"/>
          </ac:picMkLst>
        </pc:picChg>
        <pc:picChg chg="del mod">
          <ac:chgData name="Bryan Caskey" userId="07bf17ae3d6dd960" providerId="Windows Live" clId="Web-{00000000-0000-0000-0000-000000000000}" dt="2026-10-09T13:51:10.766" v="191"/>
          <ac:picMkLst>
            <pc:docMk/>
            <pc:sldMk cId="1480793858" sldId="261"/>
            <ac:picMk id="19" creationId="{B2DD7558-6F9A-FCB7-7E17-B198EDA6C89A}"/>
          </ac:picMkLst>
        </pc:picChg>
        <pc:picChg chg="del mod">
          <ac:chgData name="Bryan Caskey" userId="07bf17ae3d6dd960" providerId="Windows Live" clId="Web-{00000000-0000-0000-0000-000000000000}" dt="2026-10-09T13:51:10.766" v="188"/>
          <ac:picMkLst>
            <pc:docMk/>
            <pc:sldMk cId="1480793858" sldId="261"/>
            <ac:picMk id="23" creationId="{37158DFA-CC39-C17C-047B-9D14E7E02375}"/>
          </ac:picMkLst>
        </pc:picChg>
        <pc:picChg chg="del mod">
          <ac:chgData name="Bryan Caskey" userId="07bf17ae3d6dd960" providerId="Windows Live" clId="Web-{00000000-0000-0000-0000-000000000000}" dt="2026-10-09T13:51:10.766" v="185"/>
          <ac:picMkLst>
            <pc:docMk/>
            <pc:sldMk cId="1480793858" sldId="261"/>
            <ac:picMk id="26" creationId="{367AF1C2-1574-49E8-4D09-98ACFCDC8867}"/>
          </ac:picMkLst>
        </pc:picChg>
        <pc:picChg chg="del mod">
          <ac:chgData name="Bryan Caskey" userId="07bf17ae3d6dd960" providerId="Windows Live" clId="Web-{00000000-0000-0000-0000-000000000000}" dt="2026-10-09T13:51:10.766" v="181"/>
          <ac:picMkLst>
            <pc:docMk/>
            <pc:sldMk cId="1480793858" sldId="261"/>
            <ac:picMk id="30" creationId="{118F19AC-BE98-6A54-679B-4CFA7839D848}"/>
          </ac:picMkLst>
        </pc:picChg>
        <pc:picChg chg="del mod">
          <ac:chgData name="Bryan Caskey" userId="07bf17ae3d6dd960" providerId="Windows Live" clId="Web-{00000000-0000-0000-0000-000000000000}" dt="2026-10-09T13:51:10.766" v="177"/>
          <ac:picMkLst>
            <pc:docMk/>
            <pc:sldMk cId="1480793858" sldId="261"/>
            <ac:picMk id="34" creationId="{CE986E1E-5026-CC68-8B4E-3154757C5A53}"/>
          </ac:picMkLst>
        </pc:picChg>
      </pc:sldChg>
      <pc:sldChg chg="addSp delSp modSp mod setBg">
        <pc:chgData name="Bryan Caskey" userId="07bf17ae3d6dd960" providerId="Windows Live" clId="Web-{00000000-0000-0000-0000-000000000000}" dt="2026-10-09T14:23:51.492" v="641"/>
        <pc:sldMkLst>
          <pc:docMk/>
          <pc:sldMk cId="3360902048" sldId="263"/>
        </pc:sldMkLst>
        <pc:spChg chg="mo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2" creationId="{159904ED-64A6-8F17-FCE6-9C851AC395D8}"/>
          </ac:spMkLst>
        </pc:spChg>
        <pc:spChg chg="add del mo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3" creationId="{B2F1A49F-D293-0FA2-FBED-AA72A1B3D3F4}"/>
          </ac:spMkLst>
        </pc:spChg>
        <pc:spChg chg="add del">
          <ac:chgData name="Bryan Caskey" userId="07bf17ae3d6dd960" providerId="Windows Live" clId="Web-{00000000-0000-0000-0000-000000000000}" dt="2026-10-09T14:23:40.038" v="638"/>
          <ac:spMkLst>
            <pc:docMk/>
            <pc:sldMk cId="3360902048" sldId="263"/>
            <ac:spMk id="8" creationId="{09588DA8-065E-4F6F-8EFD-43104AB2E0CF}"/>
          </ac:spMkLst>
        </pc:spChg>
        <pc:spChg chg="add del">
          <ac:chgData name="Bryan Caskey" userId="07bf17ae3d6dd960" providerId="Windows Live" clId="Web-{00000000-0000-0000-0000-000000000000}" dt="2026-10-09T14:23:33.804" v="636"/>
          <ac:spMkLst>
            <pc:docMk/>
            <pc:sldMk cId="3360902048" sldId="263"/>
            <ac:spMk id="10" creationId="{B50AB553-2A96-4A92-96F2-93548E096954}"/>
          </ac:spMkLst>
        </pc:spChg>
        <pc:spChg chg="add del">
          <ac:chgData name="Bryan Caskey" userId="07bf17ae3d6dd960" providerId="Windows Live" clId="Web-{00000000-0000-0000-0000-000000000000}" dt="2026-10-09T14:23:40.038" v="638"/>
          <ac:spMkLst>
            <pc:docMk/>
            <pc:sldMk cId="3360902048" sldId="263"/>
            <ac:spMk id="12" creationId="{CD9FE4EF-C4D8-49A0-B2FF-81D8DB7D8A24}"/>
          </ac:spMkLst>
        </pc:spChg>
        <pc:spChg chg="add del">
          <ac:chgData name="Bryan Caskey" userId="07bf17ae3d6dd960" providerId="Windows Live" clId="Web-{00000000-0000-0000-0000-000000000000}" dt="2026-10-09T14:23:40.038" v="638"/>
          <ac:spMkLst>
            <pc:docMk/>
            <pc:sldMk cId="3360902048" sldId="263"/>
            <ac:spMk id="13" creationId="{C4285719-470E-454C-AF62-8323075F1F5B}"/>
          </ac:spMkLst>
        </pc:spChg>
        <pc:spChg chg="add del">
          <ac:chgData name="Bryan Caskey" userId="07bf17ae3d6dd960" providerId="Windows Live" clId="Web-{00000000-0000-0000-0000-000000000000}" dt="2026-10-09T14:23:40.038" v="638"/>
          <ac:spMkLst>
            <pc:docMk/>
            <pc:sldMk cId="3360902048" sldId="263"/>
            <ac:spMk id="14" creationId="{4300840D-0A0B-4512-BACA-B439D5B9C57C}"/>
          </ac:spMkLst>
        </pc:spChg>
        <pc:spChg chg="add del">
          <ac:chgData name="Bryan Caskey" userId="07bf17ae3d6dd960" providerId="Windows Live" clId="Web-{00000000-0000-0000-0000-000000000000}" dt="2026-10-09T14:23:40.038" v="638"/>
          <ac:spMkLst>
            <pc:docMk/>
            <pc:sldMk cId="3360902048" sldId="263"/>
            <ac:spMk id="15" creationId="{B2F1A49F-D293-0FA2-FBED-AA72A1B3D3F4}"/>
          </ac:spMkLst>
        </pc:spChg>
        <pc:spChg chg="add del">
          <ac:chgData name="Bryan Caskey" userId="07bf17ae3d6dd960" providerId="Windows Live" clId="Web-{00000000-0000-0000-0000-000000000000}" dt="2026-10-09T14:23:40.038" v="638"/>
          <ac:spMkLst>
            <pc:docMk/>
            <pc:sldMk cId="3360902048" sldId="263"/>
            <ac:spMk id="16" creationId="{D2B78728-A580-49A7-84F9-6EF6F583ADE0}"/>
          </ac:spMkLst>
        </pc:spChg>
        <pc:spChg chg="add del">
          <ac:chgData name="Bryan Caskey" userId="07bf17ae3d6dd960" providerId="Windows Live" clId="Web-{00000000-0000-0000-0000-000000000000}" dt="2026-10-09T14:23:40.038" v="638"/>
          <ac:spMkLst>
            <pc:docMk/>
            <pc:sldMk cId="3360902048" sldId="263"/>
            <ac:spMk id="18" creationId="{38FAA1A1-D861-433F-88FA-1E9D6FD31D11}"/>
          </ac:spMkLst>
        </pc:spChg>
        <pc:spChg chg="add del">
          <ac:chgData name="Bryan Caskey" userId="07bf17ae3d6dd960" providerId="Windows Live" clId="Web-{00000000-0000-0000-0000-000000000000}" dt="2026-10-09T14:23:40.038" v="638"/>
          <ac:spMkLst>
            <pc:docMk/>
            <pc:sldMk cId="3360902048" sldId="263"/>
            <ac:spMk id="20" creationId="{8D71EDA1-87BF-4D5D-AB79-F346FD19278A}"/>
          </ac:spMkLst>
        </pc:spChg>
        <pc:spChg chg="ad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24" creationId="{09588DA8-065E-4F6F-8EFD-43104AB2E0CF}"/>
          </ac:spMkLst>
        </pc:spChg>
        <pc:spChg chg="ad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25" creationId="{C4285719-470E-454C-AF62-8323075F1F5B}"/>
          </ac:spMkLst>
        </pc:spChg>
        <pc:spChg chg="ad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26" creationId="{CD9FE4EF-C4D8-49A0-B2FF-81D8DB7D8A24}"/>
          </ac:spMkLst>
        </pc:spChg>
        <pc:spChg chg="ad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27" creationId="{4300840D-0A0B-4512-BACA-B439D5B9C57C}"/>
          </ac:spMkLst>
        </pc:spChg>
        <pc:spChg chg="ad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28" creationId="{D2B78728-A580-49A7-84F9-6EF6F583ADE0}"/>
          </ac:spMkLst>
        </pc:spChg>
        <pc:spChg chg="ad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29" creationId="{38FAA1A1-D861-433F-88FA-1E9D6FD31D11}"/>
          </ac:spMkLst>
        </pc:spChg>
        <pc:spChg chg="ad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30" creationId="{8D71EDA1-87BF-4D5D-AB79-F346FD19278A}"/>
          </ac:spMkLst>
        </pc:spChg>
        <pc:spChg chg="add">
          <ac:chgData name="Bryan Caskey" userId="07bf17ae3d6dd960" providerId="Windows Live" clId="Web-{00000000-0000-0000-0000-000000000000}" dt="2026-10-09T14:23:51.492" v="641"/>
          <ac:spMkLst>
            <pc:docMk/>
            <pc:sldMk cId="3360902048" sldId="263"/>
            <ac:spMk id="31" creationId="{B2F1A49F-D293-0FA2-FBED-AA72A1B3D3F4}"/>
          </ac:spMkLst>
        </pc:spChg>
        <pc:graphicFrameChg chg="add del">
          <ac:chgData name="Bryan Caskey" userId="07bf17ae3d6dd960" providerId="Windows Live" clId="Web-{00000000-0000-0000-0000-000000000000}" dt="2026-10-09T14:23:33.804" v="636"/>
          <ac:graphicFrameMkLst>
            <pc:docMk/>
            <pc:sldMk cId="3360902048" sldId="263"/>
            <ac:graphicFrameMk id="5" creationId="{E3DFF182-DACE-9673-8483-B560F3252267}"/>
          </ac:graphicFrameMkLst>
        </pc:graphicFrameChg>
        <pc:graphicFrameChg chg="add del">
          <ac:chgData name="Bryan Caskey" userId="07bf17ae3d6dd960" providerId="Windows Live" clId="Web-{00000000-0000-0000-0000-000000000000}" dt="2026-10-09T14:23:51.445" v="640"/>
          <ac:graphicFrameMkLst>
            <pc:docMk/>
            <pc:sldMk cId="3360902048" sldId="263"/>
            <ac:graphicFrameMk id="22" creationId="{847A5966-2365-D3E0-63EF-19DB96628031}"/>
          </ac:graphicFrameMkLst>
        </pc:graphicFrameChg>
        <pc:picChg chg="add del">
          <ac:chgData name="Bryan Caskey" userId="07bf17ae3d6dd960" providerId="Windows Live" clId="Web-{00000000-0000-0000-0000-000000000000}" dt="2026-10-09T14:23:33.804" v="636"/>
          <ac:picMkLst>
            <pc:docMk/>
            <pc:sldMk cId="3360902048" sldId="263"/>
            <ac:picMk id="6" creationId="{0F11E444-7A81-649E-37E5-03CDE49BA48D}"/>
          </ac:picMkLst>
        </pc:picChg>
      </pc:sldChg>
      <pc:sldChg chg="addSp delSp modSp mod setBg modNotes">
        <pc:chgData name="Bryan Caskey" userId="07bf17ae3d6dd960" providerId="Windows Live" clId="Web-{00000000-0000-0000-0000-000000000000}" dt="2026-10-09T20:16:50.084" v="2369"/>
        <pc:sldMkLst>
          <pc:docMk/>
          <pc:sldMk cId="3003145306" sldId="264"/>
        </pc:sldMkLst>
        <pc:spChg chg="mod">
          <ac:chgData name="Bryan Caskey" userId="07bf17ae3d6dd960" providerId="Windows Live" clId="Web-{00000000-0000-0000-0000-000000000000}" dt="2026-10-09T20:08:40.598" v="2264" actId="20577"/>
          <ac:spMkLst>
            <pc:docMk/>
            <pc:sldMk cId="3003145306" sldId="264"/>
            <ac:spMk id="2" creationId="{2D9EF2C5-11E0-3FEB-68BC-CC5A92663D72}"/>
          </ac:spMkLst>
        </pc:spChg>
        <pc:spChg chg="del mod">
          <ac:chgData name="Bryan Caskey" userId="07bf17ae3d6dd960" providerId="Windows Live" clId="Web-{00000000-0000-0000-0000-000000000000}" dt="2026-10-09T18:46:10.637" v="865"/>
          <ac:spMkLst>
            <pc:docMk/>
            <pc:sldMk cId="3003145306" sldId="264"/>
            <ac:spMk id="3" creationId="{082297FB-C8AE-7B6D-9E5B-E8BEE4CF5B70}"/>
          </ac:spMkLst>
        </pc:spChg>
        <pc:spChg chg="add">
          <ac:chgData name="Bryan Caskey" userId="07bf17ae3d6dd960" providerId="Windows Live" clId="Web-{00000000-0000-0000-0000-000000000000}" dt="2026-10-09T18:46:10.637" v="865"/>
          <ac:spMkLst>
            <pc:docMk/>
            <pc:sldMk cId="3003145306" sldId="264"/>
            <ac:spMk id="9" creationId="{BACC6370-2D7E-4714-9D71-7542949D7D5D}"/>
          </ac:spMkLst>
        </pc:spChg>
        <pc:spChg chg="add">
          <ac:chgData name="Bryan Caskey" userId="07bf17ae3d6dd960" providerId="Windows Live" clId="Web-{00000000-0000-0000-0000-000000000000}" dt="2026-10-09T18:46:10.637" v="865"/>
          <ac:spMkLst>
            <pc:docMk/>
            <pc:sldMk cId="3003145306" sldId="264"/>
            <ac:spMk id="11" creationId="{F68B3F68-107C-434F-AA38-110D5EA91B85}"/>
          </ac:spMkLst>
        </pc:spChg>
        <pc:spChg chg="add">
          <ac:chgData name="Bryan Caskey" userId="07bf17ae3d6dd960" providerId="Windows Live" clId="Web-{00000000-0000-0000-0000-000000000000}" dt="2026-10-09T18:46:10.637" v="865"/>
          <ac:spMkLst>
            <pc:docMk/>
            <pc:sldMk cId="3003145306" sldId="264"/>
            <ac:spMk id="13" creationId="{AAD0DBB9-1A4B-4391-81D4-CB19F9AB918A}"/>
          </ac:spMkLst>
        </pc:spChg>
        <pc:spChg chg="add">
          <ac:chgData name="Bryan Caskey" userId="07bf17ae3d6dd960" providerId="Windows Live" clId="Web-{00000000-0000-0000-0000-000000000000}" dt="2026-10-09T18:46:10.637" v="865"/>
          <ac:spMkLst>
            <pc:docMk/>
            <pc:sldMk cId="3003145306" sldId="264"/>
            <ac:spMk id="15" creationId="{063BBA22-50EA-4C4D-BE05-F1CE4E63AA56}"/>
          </ac:spMkLst>
        </pc:spChg>
        <pc:graphicFrameChg chg="add mod modGraphic">
          <ac:chgData name="Bryan Caskey" userId="07bf17ae3d6dd960" providerId="Windows Live" clId="Web-{00000000-0000-0000-0000-000000000000}" dt="2026-10-09T20:08:00.909" v="2228" actId="20577"/>
          <ac:graphicFrameMkLst>
            <pc:docMk/>
            <pc:sldMk cId="3003145306" sldId="264"/>
            <ac:graphicFrameMk id="5" creationId="{B3B9E774-67DB-7432-EC02-C31750EFE9C3}"/>
          </ac:graphicFrameMkLst>
        </pc:graphicFrameChg>
      </pc:sldChg>
      <pc:sldChg chg="addSp modSp mod ord setBg modNotes">
        <pc:chgData name="Bryan Caskey" userId="07bf17ae3d6dd960" providerId="Windows Live" clId="Web-{00000000-0000-0000-0000-000000000000}" dt="2026-10-09T20:15:30.925" v="2269"/>
        <pc:sldMkLst>
          <pc:docMk/>
          <pc:sldMk cId="2791556943" sldId="265"/>
        </pc:sldMkLst>
        <pc:spChg chg="mod">
          <ac:chgData name="Bryan Caskey" userId="07bf17ae3d6dd960" providerId="Windows Live" clId="Web-{00000000-0000-0000-0000-000000000000}" dt="2026-10-09T18:25:39.595" v="683"/>
          <ac:spMkLst>
            <pc:docMk/>
            <pc:sldMk cId="2791556943" sldId="265"/>
            <ac:spMk id="2" creationId="{43494283-2388-0E12-5AD4-B094732D5CE3}"/>
          </ac:spMkLst>
        </pc:spChg>
        <pc:spChg chg="mod">
          <ac:chgData name="Bryan Caskey" userId="07bf17ae3d6dd960" providerId="Windows Live" clId="Web-{00000000-0000-0000-0000-000000000000}" dt="2026-10-09T18:25:39.595" v="683"/>
          <ac:spMkLst>
            <pc:docMk/>
            <pc:sldMk cId="2791556943" sldId="265"/>
            <ac:spMk id="3" creationId="{94B210B7-5F23-3539-D181-E7BF7CC2975E}"/>
          </ac:spMkLst>
        </pc:spChg>
        <pc:spChg chg="add">
          <ac:chgData name="Bryan Caskey" userId="07bf17ae3d6dd960" providerId="Windows Live" clId="Web-{00000000-0000-0000-0000-000000000000}" dt="2026-10-09T18:25:39.595" v="683"/>
          <ac:spMkLst>
            <pc:docMk/>
            <pc:sldMk cId="2791556943" sldId="265"/>
            <ac:spMk id="8" creationId="{DEE2AD96-B495-4E06-9291-B71706F728CB}"/>
          </ac:spMkLst>
        </pc:spChg>
        <pc:spChg chg="add">
          <ac:chgData name="Bryan Caskey" userId="07bf17ae3d6dd960" providerId="Windows Live" clId="Web-{00000000-0000-0000-0000-000000000000}" dt="2026-10-09T18:25:39.595" v="683"/>
          <ac:spMkLst>
            <pc:docMk/>
            <pc:sldMk cId="2791556943" sldId="265"/>
            <ac:spMk id="10" creationId="{53CF6D67-C5A8-4ADD-9E8E-1E38CA1D3166}"/>
          </ac:spMkLst>
        </pc:spChg>
        <pc:spChg chg="add">
          <ac:chgData name="Bryan Caskey" userId="07bf17ae3d6dd960" providerId="Windows Live" clId="Web-{00000000-0000-0000-0000-000000000000}" dt="2026-10-09T18:25:39.595" v="683"/>
          <ac:spMkLst>
            <pc:docMk/>
            <pc:sldMk cId="2791556943" sldId="265"/>
            <ac:spMk id="12" creationId="{86909FA0-B515-4681-B7A8-FA281D133B94}"/>
          </ac:spMkLst>
        </pc:spChg>
        <pc:spChg chg="add">
          <ac:chgData name="Bryan Caskey" userId="07bf17ae3d6dd960" providerId="Windows Live" clId="Web-{00000000-0000-0000-0000-000000000000}" dt="2026-10-09T18:25:39.595" v="683"/>
          <ac:spMkLst>
            <pc:docMk/>
            <pc:sldMk cId="2791556943" sldId="265"/>
            <ac:spMk id="14" creationId="{21C9FE86-FCC3-4A31-AA1C-C882262B7FE7}"/>
          </ac:spMkLst>
        </pc:spChg>
        <pc:spChg chg="add">
          <ac:chgData name="Bryan Caskey" userId="07bf17ae3d6dd960" providerId="Windows Live" clId="Web-{00000000-0000-0000-0000-000000000000}" dt="2026-10-09T18:25:39.595" v="683"/>
          <ac:spMkLst>
            <pc:docMk/>
            <pc:sldMk cId="2791556943" sldId="265"/>
            <ac:spMk id="16" creationId="{7D96243B-ECED-4B71-8E06-AE9A285EAD20}"/>
          </ac:spMkLst>
        </pc:spChg>
        <pc:spChg chg="add">
          <ac:chgData name="Bryan Caskey" userId="07bf17ae3d6dd960" providerId="Windows Live" clId="Web-{00000000-0000-0000-0000-000000000000}" dt="2026-10-09T18:25:39.595" v="683"/>
          <ac:spMkLst>
            <pc:docMk/>
            <pc:sldMk cId="2791556943" sldId="265"/>
            <ac:spMk id="18" creationId="{A09989E4-EFDC-4A90-A633-E0525FB4139E}"/>
          </ac:spMkLst>
        </pc:spChg>
      </pc:sldChg>
      <pc:sldChg chg="addSp modSp mod setBg">
        <pc:chgData name="Bryan Caskey" userId="07bf17ae3d6dd960" providerId="Windows Live" clId="Web-{00000000-0000-0000-0000-000000000000}" dt="2026-10-09T14:26:05.205" v="647"/>
        <pc:sldMkLst>
          <pc:docMk/>
          <pc:sldMk cId="582482481" sldId="266"/>
        </pc:sldMkLst>
        <pc:spChg chg="mod">
          <ac:chgData name="Bryan Caskey" userId="07bf17ae3d6dd960" providerId="Windows Live" clId="Web-{00000000-0000-0000-0000-000000000000}" dt="2026-10-09T14:26:05.205" v="647"/>
          <ac:spMkLst>
            <pc:docMk/>
            <pc:sldMk cId="582482481" sldId="266"/>
            <ac:spMk id="2" creationId="{39F3DB48-BCCF-1971-1E81-8377165F8016}"/>
          </ac:spMkLst>
        </pc:spChg>
        <pc:spChg chg="add">
          <ac:chgData name="Bryan Caskey" userId="07bf17ae3d6dd960" providerId="Windows Live" clId="Web-{00000000-0000-0000-0000-000000000000}" dt="2026-10-09T14:26:05.205" v="647"/>
          <ac:spMkLst>
            <pc:docMk/>
            <pc:sldMk cId="582482481" sldId="266"/>
            <ac:spMk id="7" creationId="{577D6B2E-37A3-429E-A37C-F30ED6487282}"/>
          </ac:spMkLst>
        </pc:spChg>
        <pc:spChg chg="add">
          <ac:chgData name="Bryan Caskey" userId="07bf17ae3d6dd960" providerId="Windows Live" clId="Web-{00000000-0000-0000-0000-000000000000}" dt="2026-10-09T14:26:05.205" v="647"/>
          <ac:spMkLst>
            <pc:docMk/>
            <pc:sldMk cId="582482481" sldId="266"/>
            <ac:spMk id="9" creationId="{5CEAD642-85CF-4750-8432-7C80C901F001}"/>
          </ac:spMkLst>
        </pc:spChg>
        <pc:spChg chg="add">
          <ac:chgData name="Bryan Caskey" userId="07bf17ae3d6dd960" providerId="Windows Live" clId="Web-{00000000-0000-0000-0000-000000000000}" dt="2026-10-09T14:26:05.205" v="647"/>
          <ac:spMkLst>
            <pc:docMk/>
            <pc:sldMk cId="582482481" sldId="266"/>
            <ac:spMk id="11" creationId="{FA33EEAE-15D5-4119-8C1E-89D943F911EF}"/>
          </ac:spMkLst>
        </pc:spChg>
        <pc:spChg chg="add">
          <ac:chgData name="Bryan Caskey" userId="07bf17ae3d6dd960" providerId="Windows Live" clId="Web-{00000000-0000-0000-0000-000000000000}" dt="2026-10-09T14:26:05.205" v="647"/>
          <ac:spMkLst>
            <pc:docMk/>
            <pc:sldMk cId="582482481" sldId="266"/>
            <ac:spMk id="13" creationId="{730D8B3B-9B80-4025-B934-26DC7D7CD231}"/>
          </ac:spMkLst>
        </pc:spChg>
        <pc:spChg chg="add">
          <ac:chgData name="Bryan Caskey" userId="07bf17ae3d6dd960" providerId="Windows Live" clId="Web-{00000000-0000-0000-0000-000000000000}" dt="2026-10-09T14:26:05.205" v="647"/>
          <ac:spMkLst>
            <pc:docMk/>
            <pc:sldMk cId="582482481" sldId="266"/>
            <ac:spMk id="15" creationId="{1064D5D5-227B-4F66-9AEA-46F570E793BD}"/>
          </ac:spMkLst>
        </pc:spChg>
        <pc:spChg chg="add">
          <ac:chgData name="Bryan Caskey" userId="07bf17ae3d6dd960" providerId="Windows Live" clId="Web-{00000000-0000-0000-0000-000000000000}" dt="2026-10-09T14:26:05.205" v="647"/>
          <ac:spMkLst>
            <pc:docMk/>
            <pc:sldMk cId="582482481" sldId="266"/>
            <ac:spMk id="17" creationId="{646B67A4-D328-4747-A82B-65E84FA46368}"/>
          </ac:spMkLst>
        </pc:spChg>
        <pc:spChg chg="add">
          <ac:chgData name="Bryan Caskey" userId="07bf17ae3d6dd960" providerId="Windows Live" clId="Web-{00000000-0000-0000-0000-000000000000}" dt="2026-10-09T14:26:05.205" v="647"/>
          <ac:spMkLst>
            <pc:docMk/>
            <pc:sldMk cId="582482481" sldId="266"/>
            <ac:spMk id="19" creationId="{B5A1B09C-1565-46F8-B70F-621C5EB48A09}"/>
          </ac:spMkLst>
        </pc:spChg>
        <pc:spChg chg="add">
          <ac:chgData name="Bryan Caskey" userId="07bf17ae3d6dd960" providerId="Windows Live" clId="Web-{00000000-0000-0000-0000-000000000000}" dt="2026-10-09T14:26:05.205" v="647"/>
          <ac:spMkLst>
            <pc:docMk/>
            <pc:sldMk cId="582482481" sldId="266"/>
            <ac:spMk id="21" creationId="{8C516CC8-80AC-446C-A56E-9F54B7210402}"/>
          </ac:spMkLst>
        </pc:spChg>
      </pc:sldChg>
      <pc:sldChg chg="addSp delSp modSp mod setBg modNotes">
        <pc:chgData name="Bryan Caskey" userId="07bf17ae3d6dd960" providerId="Windows Live" clId="Web-{00000000-0000-0000-0000-000000000000}" dt="2026-10-09T20:08:30.832" v="2254" actId="20577"/>
        <pc:sldMkLst>
          <pc:docMk/>
          <pc:sldMk cId="4236129517" sldId="267"/>
        </pc:sldMkLst>
        <pc:spChg chg="mod">
          <ac:chgData name="Bryan Caskey" userId="07bf17ae3d6dd960" providerId="Windows Live" clId="Web-{00000000-0000-0000-0000-000000000000}" dt="2026-10-09T20:08:30.832" v="2254" actId="20577"/>
          <ac:spMkLst>
            <pc:docMk/>
            <pc:sldMk cId="4236129517" sldId="267"/>
            <ac:spMk id="2" creationId="{DD64493E-D14D-0AC7-D1B2-DEC58F4B239C}"/>
          </ac:spMkLst>
        </pc:spChg>
        <pc:spChg chg="add del mod">
          <ac:chgData name="Bryan Caskey" userId="07bf17ae3d6dd960" providerId="Windows Live" clId="Web-{00000000-0000-0000-0000-000000000000}" dt="2026-10-09T18:47:03.701" v="870"/>
          <ac:spMkLst>
            <pc:docMk/>
            <pc:sldMk cId="4236129517" sldId="267"/>
            <ac:spMk id="3" creationId="{B23B9FE4-B756-D8E1-EA35-04D250E240B1}"/>
          </ac:spMkLst>
        </pc:spChg>
        <pc:spChg chg="add">
          <ac:chgData name="Bryan Caskey" userId="07bf17ae3d6dd960" providerId="Windows Live" clId="Web-{00000000-0000-0000-0000-000000000000}" dt="2026-10-09T18:47:03.701" v="870"/>
          <ac:spMkLst>
            <pc:docMk/>
            <pc:sldMk cId="4236129517" sldId="267"/>
            <ac:spMk id="6" creationId="{BACC6370-2D7E-4714-9D71-7542949D7D5D}"/>
          </ac:spMkLst>
        </pc:spChg>
        <pc:spChg chg="add">
          <ac:chgData name="Bryan Caskey" userId="07bf17ae3d6dd960" providerId="Windows Live" clId="Web-{00000000-0000-0000-0000-000000000000}" dt="2026-10-09T18:47:03.701" v="870"/>
          <ac:spMkLst>
            <pc:docMk/>
            <pc:sldMk cId="4236129517" sldId="267"/>
            <ac:spMk id="7" creationId="{F68B3F68-107C-434F-AA38-110D5EA91B85}"/>
          </ac:spMkLst>
        </pc:spChg>
        <pc:spChg chg="add del">
          <ac:chgData name="Bryan Caskey" userId="07bf17ae3d6dd960" providerId="Windows Live" clId="Web-{00000000-0000-0000-0000-000000000000}" dt="2026-10-09T18:46:56.998" v="869"/>
          <ac:spMkLst>
            <pc:docMk/>
            <pc:sldMk cId="4236129517" sldId="267"/>
            <ac:spMk id="9" creationId="{56E9B3E6-E277-4D68-BA48-9CB43FFBD6E2}"/>
          </ac:spMkLst>
        </pc:spChg>
        <pc:spChg chg="add">
          <ac:chgData name="Bryan Caskey" userId="07bf17ae3d6dd960" providerId="Windows Live" clId="Web-{00000000-0000-0000-0000-000000000000}" dt="2026-10-09T18:47:03.701" v="870"/>
          <ac:spMkLst>
            <pc:docMk/>
            <pc:sldMk cId="4236129517" sldId="267"/>
            <ac:spMk id="13" creationId="{AAD0DBB9-1A4B-4391-81D4-CB19F9AB918A}"/>
          </ac:spMkLst>
        </pc:spChg>
        <pc:spChg chg="add">
          <ac:chgData name="Bryan Caskey" userId="07bf17ae3d6dd960" providerId="Windows Live" clId="Web-{00000000-0000-0000-0000-000000000000}" dt="2026-10-09T18:47:03.701" v="870"/>
          <ac:spMkLst>
            <pc:docMk/>
            <pc:sldMk cId="4236129517" sldId="267"/>
            <ac:spMk id="15" creationId="{063BBA22-50EA-4C4D-BE05-F1CE4E63AA56}"/>
          </ac:spMkLst>
        </pc:spChg>
        <pc:spChg chg="add del">
          <ac:chgData name="Bryan Caskey" userId="07bf17ae3d6dd960" providerId="Windows Live" clId="Web-{00000000-0000-0000-0000-000000000000}" dt="2026-10-09T18:46:56.998" v="869"/>
          <ac:spMkLst>
            <pc:docMk/>
            <pc:sldMk cId="4236129517" sldId="267"/>
            <ac:spMk id="16" creationId="{D5B0017B-2ECA-49AF-B397-DC140825DF8D}"/>
          </ac:spMkLst>
        </pc:spChg>
        <pc:spChg chg="add del">
          <ac:chgData name="Bryan Caskey" userId="07bf17ae3d6dd960" providerId="Windows Live" clId="Web-{00000000-0000-0000-0000-000000000000}" dt="2026-10-09T18:46:54.513" v="868"/>
          <ac:spMkLst>
            <pc:docMk/>
            <pc:sldMk cId="4236129517" sldId="267"/>
            <ac:spMk id="23" creationId="{BACC6370-2D7E-4714-9D71-7542949D7D5D}"/>
          </ac:spMkLst>
        </pc:spChg>
        <pc:spChg chg="add del">
          <ac:chgData name="Bryan Caskey" userId="07bf17ae3d6dd960" providerId="Windows Live" clId="Web-{00000000-0000-0000-0000-000000000000}" dt="2026-10-09T18:46:54.513" v="868"/>
          <ac:spMkLst>
            <pc:docMk/>
            <pc:sldMk cId="4236129517" sldId="267"/>
            <ac:spMk id="25" creationId="{F68B3F68-107C-434F-AA38-110D5EA91B85}"/>
          </ac:spMkLst>
        </pc:spChg>
        <pc:spChg chg="add del">
          <ac:chgData name="Bryan Caskey" userId="07bf17ae3d6dd960" providerId="Windows Live" clId="Web-{00000000-0000-0000-0000-000000000000}" dt="2026-10-09T18:46:54.513" v="868"/>
          <ac:spMkLst>
            <pc:docMk/>
            <pc:sldMk cId="4236129517" sldId="267"/>
            <ac:spMk id="27" creationId="{AAD0DBB9-1A4B-4391-81D4-CB19F9AB918A}"/>
          </ac:spMkLst>
        </pc:spChg>
        <pc:spChg chg="add del">
          <ac:chgData name="Bryan Caskey" userId="07bf17ae3d6dd960" providerId="Windows Live" clId="Web-{00000000-0000-0000-0000-000000000000}" dt="2026-10-09T18:46:54.513" v="868"/>
          <ac:spMkLst>
            <pc:docMk/>
            <pc:sldMk cId="4236129517" sldId="267"/>
            <ac:spMk id="29" creationId="{063BBA22-50EA-4C4D-BE05-F1CE4E63AA56}"/>
          </ac:spMkLst>
        </pc:spChg>
        <pc:grpChg chg="add del">
          <ac:chgData name="Bryan Caskey" userId="07bf17ae3d6dd960" providerId="Windows Live" clId="Web-{00000000-0000-0000-0000-000000000000}" dt="2026-10-09T18:46:56.998" v="869"/>
          <ac:grpSpMkLst>
            <pc:docMk/>
            <pc:sldMk cId="4236129517" sldId="267"/>
            <ac:grpSpMk id="11" creationId="{AE1C45F0-260A-458C-96ED-C1F6D2151219}"/>
          </ac:grpSpMkLst>
        </pc:grpChg>
        <pc:graphicFrameChg chg="add del mod modGraphic">
          <ac:chgData name="Bryan Caskey" userId="07bf17ae3d6dd960" providerId="Windows Live" clId="Web-{00000000-0000-0000-0000-000000000000}" dt="2026-10-09T18:46:56.998" v="869"/>
          <ac:graphicFrameMkLst>
            <pc:docMk/>
            <pc:sldMk cId="4236129517" sldId="267"/>
            <ac:graphicFrameMk id="5" creationId="{FC371661-F81E-1233-ED2E-B206F6918E2F}"/>
          </ac:graphicFrameMkLst>
        </pc:graphicFrameChg>
        <pc:graphicFrameChg chg="add">
          <ac:chgData name="Bryan Caskey" userId="07bf17ae3d6dd960" providerId="Windows Live" clId="Web-{00000000-0000-0000-0000-000000000000}" dt="2026-10-09T18:47:03.701" v="870"/>
          <ac:graphicFrameMkLst>
            <pc:docMk/>
            <pc:sldMk cId="4236129517" sldId="267"/>
            <ac:graphicFrameMk id="8" creationId="{194DBA86-BBFB-77DF-5BD4-3D670845AA7B}"/>
          </ac:graphicFrameMkLst>
        </pc:graphicFrameChg>
        <pc:cxnChg chg="add del">
          <ac:chgData name="Bryan Caskey" userId="07bf17ae3d6dd960" providerId="Windows Live" clId="Web-{00000000-0000-0000-0000-000000000000}" dt="2026-10-09T18:46:56.998" v="869"/>
          <ac:cxnSpMkLst>
            <pc:docMk/>
            <pc:sldMk cId="4236129517" sldId="267"/>
            <ac:cxnSpMk id="18" creationId="{6CF1BAF6-AD41-4082-B212-8A1F9A2E8779}"/>
          </ac:cxnSpMkLst>
        </pc:cxnChg>
      </pc:sldChg>
      <pc:sldChg chg="ord modNotes">
        <pc:chgData name="Bryan Caskey" userId="07bf17ae3d6dd960" providerId="Windows Live" clId="Web-{00000000-0000-0000-0000-000000000000}" dt="2026-10-09T20:15:10.049" v="2266"/>
        <pc:sldMkLst>
          <pc:docMk/>
          <pc:sldMk cId="3803547993" sldId="273"/>
        </pc:sldMkLst>
      </pc:sldChg>
      <pc:sldChg chg="add">
        <pc:chgData name="Bryan Caskey" userId="07bf17ae3d6dd960" providerId="Windows Live" clId="Web-{00000000-0000-0000-0000-000000000000}" dt="2026-10-09T13:53:23.134" v="203"/>
        <pc:sldMkLst>
          <pc:docMk/>
          <pc:sldMk cId="3616361790" sldId="275"/>
        </pc:sldMkLst>
      </pc:sldChg>
      <pc:sldChg chg="modSp">
        <pc:chgData name="Bryan Caskey" userId="07bf17ae3d6dd960" providerId="Windows Live" clId="Web-{00000000-0000-0000-0000-000000000000}" dt="2026-10-09T14:35:00.538" v="658" actId="20577"/>
        <pc:sldMkLst>
          <pc:docMk/>
          <pc:sldMk cId="2140153497" sldId="276"/>
        </pc:sldMkLst>
        <pc:spChg chg="mod">
          <ac:chgData name="Bryan Caskey" userId="07bf17ae3d6dd960" providerId="Windows Live" clId="Web-{00000000-0000-0000-0000-000000000000}" dt="2026-10-09T14:35:00.538" v="658" actId="20577"/>
          <ac:spMkLst>
            <pc:docMk/>
            <pc:sldMk cId="2140153497" sldId="276"/>
            <ac:spMk id="7" creationId="{CB11FA23-1315-16C8-B921-242D150E7A4E}"/>
          </ac:spMkLst>
        </pc:spChg>
      </pc:sldChg>
      <pc:sldChg chg="modSp">
        <pc:chgData name="Bryan Caskey" userId="07bf17ae3d6dd960" providerId="Windows Live" clId="Web-{00000000-0000-0000-0000-000000000000}" dt="2026-10-09T20:49:55.056" v="2381" actId="20577"/>
        <pc:sldMkLst>
          <pc:docMk/>
          <pc:sldMk cId="3173782307" sldId="277"/>
        </pc:sldMkLst>
        <pc:spChg chg="mod">
          <ac:chgData name="Bryan Caskey" userId="07bf17ae3d6dd960" providerId="Windows Live" clId="Web-{00000000-0000-0000-0000-000000000000}" dt="2026-10-09T20:49:55.056" v="2381" actId="20577"/>
          <ac:spMkLst>
            <pc:docMk/>
            <pc:sldMk cId="3173782307" sldId="277"/>
            <ac:spMk id="46" creationId="{00000000-0000-0000-0000-000000000000}"/>
          </ac:spMkLst>
        </pc:spChg>
      </pc:sldChg>
      <pc:sldChg chg="addSp delSp modSp new mod setBg">
        <pc:chgData name="Bryan Caskey" userId="07bf17ae3d6dd960" providerId="Windows Live" clId="Web-{00000000-0000-0000-0000-000000000000}" dt="2026-10-09T20:45:08.218" v="2376"/>
        <pc:sldMkLst>
          <pc:docMk/>
          <pc:sldMk cId="3517020949" sldId="279"/>
        </pc:sldMkLst>
        <pc:spChg chg="mod">
          <ac:chgData name="Bryan Caskey" userId="07bf17ae3d6dd960" providerId="Windows Live" clId="Web-{00000000-0000-0000-0000-000000000000}" dt="2026-10-09T20:45:08.218" v="2376"/>
          <ac:spMkLst>
            <pc:docMk/>
            <pc:sldMk cId="3517020949" sldId="279"/>
            <ac:spMk id="2" creationId="{04AC9D4D-89C5-DDA6-C18B-1A09A5E5AB1E}"/>
          </ac:spMkLst>
        </pc:spChg>
        <pc:spChg chg="del">
          <ac:chgData name="Bryan Caskey" userId="07bf17ae3d6dd960" providerId="Windows Live" clId="Web-{00000000-0000-0000-0000-000000000000}" dt="2026-10-09T20:44:48.639" v="2375"/>
          <ac:spMkLst>
            <pc:docMk/>
            <pc:sldMk cId="3517020949" sldId="279"/>
            <ac:spMk id="3" creationId="{1DA4124E-53A3-409C-CB28-47A3E7049D25}"/>
          </ac:spMkLst>
        </pc:spChg>
        <pc:spChg chg="add">
          <ac:chgData name="Bryan Caskey" userId="07bf17ae3d6dd960" providerId="Windows Live" clId="Web-{00000000-0000-0000-0000-000000000000}" dt="2026-10-09T20:45:08.218" v="2376"/>
          <ac:spMkLst>
            <pc:docMk/>
            <pc:sldMk cId="3517020949" sldId="279"/>
            <ac:spMk id="7" creationId="{0E30439A-8A5B-46EC-8283-9B6B031D40D0}"/>
          </ac:spMkLst>
        </pc:spChg>
        <pc:spChg chg="add">
          <ac:chgData name="Bryan Caskey" userId="07bf17ae3d6dd960" providerId="Windows Live" clId="Web-{00000000-0000-0000-0000-000000000000}" dt="2026-10-09T20:45:08.218" v="2376"/>
          <ac:spMkLst>
            <pc:docMk/>
            <pc:sldMk cId="3517020949" sldId="279"/>
            <ac:spMk id="9" creationId="{5CEAD642-85CF-4750-8432-7C80C901F001}"/>
          </ac:spMkLst>
        </pc:spChg>
        <pc:spChg chg="add">
          <ac:chgData name="Bryan Caskey" userId="07bf17ae3d6dd960" providerId="Windows Live" clId="Web-{00000000-0000-0000-0000-000000000000}" dt="2026-10-09T20:45:08.218" v="2376"/>
          <ac:spMkLst>
            <pc:docMk/>
            <pc:sldMk cId="3517020949" sldId="279"/>
            <ac:spMk id="11" creationId="{FA33EEAE-15D5-4119-8C1E-89D943F911EF}"/>
          </ac:spMkLst>
        </pc:spChg>
        <pc:spChg chg="add">
          <ac:chgData name="Bryan Caskey" userId="07bf17ae3d6dd960" providerId="Windows Live" clId="Web-{00000000-0000-0000-0000-000000000000}" dt="2026-10-09T20:45:08.218" v="2376"/>
          <ac:spMkLst>
            <pc:docMk/>
            <pc:sldMk cId="3517020949" sldId="279"/>
            <ac:spMk id="13" creationId="{730D8B3B-9B80-4025-B934-26DC7D7CD231}"/>
          </ac:spMkLst>
        </pc:spChg>
        <pc:spChg chg="add">
          <ac:chgData name="Bryan Caskey" userId="07bf17ae3d6dd960" providerId="Windows Live" clId="Web-{00000000-0000-0000-0000-000000000000}" dt="2026-10-09T20:45:08.218" v="2376"/>
          <ac:spMkLst>
            <pc:docMk/>
            <pc:sldMk cId="3517020949" sldId="279"/>
            <ac:spMk id="15" creationId="{B5A1B09C-1565-46F8-B70F-621C5EB48A09}"/>
          </ac:spMkLst>
        </pc:spChg>
        <pc:spChg chg="add">
          <ac:chgData name="Bryan Caskey" userId="07bf17ae3d6dd960" providerId="Windows Live" clId="Web-{00000000-0000-0000-0000-000000000000}" dt="2026-10-09T20:45:08.218" v="2376"/>
          <ac:spMkLst>
            <pc:docMk/>
            <pc:sldMk cId="3517020949" sldId="279"/>
            <ac:spMk id="17" creationId="{8C516CC8-80AC-446C-A56E-9F54B7210402}"/>
          </ac:spMkLst>
        </pc:spChg>
        <pc:spChg chg="add">
          <ac:chgData name="Bryan Caskey" userId="07bf17ae3d6dd960" providerId="Windows Live" clId="Web-{00000000-0000-0000-0000-000000000000}" dt="2026-10-09T20:45:08.218" v="2376"/>
          <ac:spMkLst>
            <pc:docMk/>
            <pc:sldMk cId="3517020949" sldId="279"/>
            <ac:spMk id="19" creationId="{53947E58-F088-49F1-A3D1-DEA690192E84}"/>
          </ac:spMkLst>
        </pc:spChg>
      </pc:sldChg>
      <pc:sldMasterChg chg="addSldLayout">
        <pc:chgData name="Bryan Caskey" userId="07bf17ae3d6dd960" providerId="Windows Live" clId="Web-{00000000-0000-0000-0000-000000000000}" dt="2026-10-09T13:53:23.134" v="203"/>
        <pc:sldMasterMkLst>
          <pc:docMk/>
          <pc:sldMasterMk cId="2460954070" sldId="2147483660"/>
        </pc:sldMasterMkLst>
        <pc:sldLayoutChg chg="add">
          <pc:chgData name="Bryan Caskey" userId="07bf17ae3d6dd960" providerId="Windows Live" clId="Web-{00000000-0000-0000-0000-000000000000}" dt="2026-10-09T13:53:23.134" v="203"/>
          <pc:sldLayoutMkLst>
            <pc:docMk/>
            <pc:sldMasterMk cId="2460954070" sldId="2147483660"/>
            <pc:sldLayoutMk cId="1516327396" sldId="2147483673"/>
          </pc:sldLayoutMkLst>
        </pc:sldLayoutChg>
      </pc:sldMasterChg>
    </pc:docChg>
  </pc:docChgLst>
  <pc:docChgLst>
    <pc:chgData name="Chad W" userId="22b6f83d93f8df68" providerId="Windows Live" clId="Web-{483BA155-58D9-00D9-5392-6EBFCB7D5E34}"/>
    <pc:docChg chg="modSld">
      <pc:chgData name="Chad W" userId="22b6f83d93f8df68" providerId="Windows Live" clId="Web-{483BA155-58D9-00D9-5392-6EBFCB7D5E34}" dt="2026-10-09T18:28:18.960" v="799"/>
      <pc:docMkLst>
        <pc:docMk/>
      </pc:docMkLst>
      <pc:sldChg chg="modNotes">
        <pc:chgData name="Chad W" userId="22b6f83d93f8df68" providerId="Windows Live" clId="Web-{483BA155-58D9-00D9-5392-6EBFCB7D5E34}" dt="2026-10-09T18:27:22.036" v="796"/>
        <pc:sldMkLst>
          <pc:docMk/>
          <pc:sldMk cId="109857222" sldId="256"/>
        </pc:sldMkLst>
      </pc:sldChg>
      <pc:sldChg chg="modNotes">
        <pc:chgData name="Chad W" userId="22b6f83d93f8df68" providerId="Windows Live" clId="Web-{483BA155-58D9-00D9-5392-6EBFCB7D5E34}" dt="2026-10-09T18:28:18.960" v="799"/>
        <pc:sldMkLst>
          <pc:docMk/>
          <pc:sldMk cId="1963458683" sldId="257"/>
        </pc:sldMkLst>
      </pc:sldChg>
      <pc:sldChg chg="modNotes">
        <pc:chgData name="Chad W" userId="22b6f83d93f8df68" providerId="Windows Live" clId="Web-{483BA155-58D9-00D9-5392-6EBFCB7D5E34}" dt="2026-10-09T18:23:22.560" v="405"/>
        <pc:sldMkLst>
          <pc:docMk/>
          <pc:sldMk cId="3335570706" sldId="258"/>
        </pc:sldMkLst>
      </pc:sldChg>
      <pc:sldChg chg="modNotes">
        <pc:chgData name="Chad W" userId="22b6f83d93f8df68" providerId="Windows Live" clId="Web-{483BA155-58D9-00D9-5392-6EBFCB7D5E34}" dt="2026-10-09T18:27:06.114" v="786"/>
        <pc:sldMkLst>
          <pc:docMk/>
          <pc:sldMk cId="3360902048" sldId="263"/>
        </pc:sldMkLst>
      </pc:sldChg>
    </pc:docChg>
  </pc:docChgLst>
  <pc:docChgLst>
    <pc:chgData name="Brandon Robare" userId="38499e21f2d53a79" providerId="Windows Live" clId="Web-{969AE2DC-9811-4539-AB27-09FDF9BB748C}"/>
    <pc:docChg chg="addSld modSld sldOrd">
      <pc:chgData name="Brandon Robare" userId="38499e21f2d53a79" providerId="Windows Live" clId="Web-{969AE2DC-9811-4539-AB27-09FDF9BB748C}" dt="2026-10-07T23:23:16.475" v="43" actId="20577"/>
      <pc:docMkLst>
        <pc:docMk/>
      </pc:docMkLst>
      <pc:sldChg chg="modNotes">
        <pc:chgData name="Brandon Robare" userId="38499e21f2d53a79" providerId="Windows Live" clId="Web-{969AE2DC-9811-4539-AB27-09FDF9BB748C}" dt="2026-10-07T22:59:38.608" v="20"/>
        <pc:sldMkLst>
          <pc:docMk/>
          <pc:sldMk cId="109857222" sldId="25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283765-FDCD-498A-BBC4-D9333763651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8316EA-C9AA-4EF8-A487-884502A2FF5E}">
      <dgm:prSet/>
      <dgm:spPr/>
      <dgm:t>
        <a:bodyPr/>
        <a:lstStyle/>
        <a:p>
          <a:pPr>
            <a:defRPr b="1"/>
          </a:pPr>
          <a:r>
            <a:rPr lang="en-US"/>
            <a:t>EPIC: Agent adds an interaction for a user, it gets saved, and an event goes to Kafka.</a:t>
          </a:r>
        </a:p>
      </dgm:t>
    </dgm:pt>
    <dgm:pt modelId="{3960E7DD-4D85-4DF4-BC88-83F7F79F31BD}" type="parTrans" cxnId="{2860B0EC-D2A4-4462-BED6-3C74A01EB3BB}">
      <dgm:prSet/>
      <dgm:spPr/>
      <dgm:t>
        <a:bodyPr/>
        <a:lstStyle/>
        <a:p>
          <a:endParaRPr lang="en-US"/>
        </a:p>
      </dgm:t>
    </dgm:pt>
    <dgm:pt modelId="{9D5A5111-35FF-4B1C-B886-5FCF9DE9A75F}" type="sibTrans" cxnId="{2860B0EC-D2A4-4462-BED6-3C74A01EB3BB}">
      <dgm:prSet/>
      <dgm:spPr/>
      <dgm:t>
        <a:bodyPr/>
        <a:lstStyle/>
        <a:p>
          <a:endParaRPr lang="en-US"/>
        </a:p>
      </dgm:t>
    </dgm:pt>
    <dgm:pt modelId="{E60F9D45-40D2-47AA-AC7C-6D69B75A1A33}">
      <dgm:prSet/>
      <dgm:spPr/>
      <dgm:t>
        <a:bodyPr/>
        <a:lstStyle/>
        <a:p>
          <a:pPr>
            <a:defRPr b="1"/>
          </a:pPr>
          <a:r>
            <a:rPr lang="en-US"/>
            <a:t>User Stories: </a:t>
          </a:r>
        </a:p>
      </dgm:t>
    </dgm:pt>
    <dgm:pt modelId="{4580B1B3-36C0-4278-8757-0BCDF33CC2A7}" type="parTrans" cxnId="{F3A2B7F2-1C0C-4C9B-8216-E8A134F9AB6C}">
      <dgm:prSet/>
      <dgm:spPr/>
      <dgm:t>
        <a:bodyPr/>
        <a:lstStyle/>
        <a:p>
          <a:endParaRPr lang="en-US"/>
        </a:p>
      </dgm:t>
    </dgm:pt>
    <dgm:pt modelId="{0C27C7C6-7CFA-4591-A62D-B93F713E024F}" type="sibTrans" cxnId="{F3A2B7F2-1C0C-4C9B-8216-E8A134F9AB6C}">
      <dgm:prSet/>
      <dgm:spPr/>
      <dgm:t>
        <a:bodyPr/>
        <a:lstStyle/>
        <a:p>
          <a:endParaRPr lang="en-US"/>
        </a:p>
      </dgm:t>
    </dgm:pt>
    <dgm:pt modelId="{3FAB12F1-0643-48A0-A03F-00E8E01215D4}">
      <dgm:prSet/>
      <dgm:spPr/>
      <dgm:t>
        <a:bodyPr/>
        <a:lstStyle/>
        <a:p>
          <a:r>
            <a:rPr lang="en-US"/>
            <a:t>As a user, I should be able to create an interaction.</a:t>
          </a:r>
        </a:p>
      </dgm:t>
    </dgm:pt>
    <dgm:pt modelId="{77985471-0425-4531-983F-FEB82A4DF279}" type="parTrans" cxnId="{FE12E269-4775-4ED8-AD1C-657CB1E186F8}">
      <dgm:prSet/>
      <dgm:spPr/>
      <dgm:t>
        <a:bodyPr/>
        <a:lstStyle/>
        <a:p>
          <a:endParaRPr lang="en-US"/>
        </a:p>
      </dgm:t>
    </dgm:pt>
    <dgm:pt modelId="{DC71ABF8-610F-442F-B8BD-53199EBF5C47}" type="sibTrans" cxnId="{FE12E269-4775-4ED8-AD1C-657CB1E186F8}">
      <dgm:prSet/>
      <dgm:spPr/>
      <dgm:t>
        <a:bodyPr/>
        <a:lstStyle/>
        <a:p>
          <a:endParaRPr lang="en-US"/>
        </a:p>
      </dgm:t>
    </dgm:pt>
    <dgm:pt modelId="{C3E8F68F-3C7C-42B9-B078-BC529A036A5B}">
      <dgm:prSet/>
      <dgm:spPr/>
      <dgm:t>
        <a:bodyPr/>
        <a:lstStyle/>
        <a:p>
          <a:r>
            <a:rPr lang="en-US"/>
            <a:t>As a user, I should be able to log in.</a:t>
          </a:r>
        </a:p>
      </dgm:t>
    </dgm:pt>
    <dgm:pt modelId="{0EE6C62F-9A9D-4D53-B232-1712F634CB21}" type="parTrans" cxnId="{65DCFF2A-2A54-4CAA-B27E-432E62E8717A}">
      <dgm:prSet/>
      <dgm:spPr/>
      <dgm:t>
        <a:bodyPr/>
        <a:lstStyle/>
        <a:p>
          <a:endParaRPr lang="en-US"/>
        </a:p>
      </dgm:t>
    </dgm:pt>
    <dgm:pt modelId="{001D94FA-962A-4B10-823C-E29E552C750A}" type="sibTrans" cxnId="{65DCFF2A-2A54-4CAA-B27E-432E62E8717A}">
      <dgm:prSet/>
      <dgm:spPr/>
      <dgm:t>
        <a:bodyPr/>
        <a:lstStyle/>
        <a:p>
          <a:endParaRPr lang="en-US"/>
        </a:p>
      </dgm:t>
    </dgm:pt>
    <dgm:pt modelId="{BCE11D2F-2A4C-4956-A2CA-EC17A0F53BE7}">
      <dgm:prSet/>
      <dgm:spPr/>
      <dgm:t>
        <a:bodyPr/>
        <a:lstStyle/>
        <a:p>
          <a:r>
            <a:rPr lang="en-US"/>
            <a:t>As an agent, I should be able to view interactions.</a:t>
          </a:r>
        </a:p>
      </dgm:t>
    </dgm:pt>
    <dgm:pt modelId="{0F4BA68B-EB1B-41FA-832B-8C264692FBDB}" type="parTrans" cxnId="{BA30D69D-8B60-448F-87CD-BDC4D4630DEA}">
      <dgm:prSet/>
      <dgm:spPr/>
      <dgm:t>
        <a:bodyPr/>
        <a:lstStyle/>
        <a:p>
          <a:endParaRPr lang="en-US"/>
        </a:p>
      </dgm:t>
    </dgm:pt>
    <dgm:pt modelId="{76EDC9CB-8FDF-4780-9452-02D68D2463DB}" type="sibTrans" cxnId="{BA30D69D-8B60-448F-87CD-BDC4D4630DEA}">
      <dgm:prSet/>
      <dgm:spPr/>
      <dgm:t>
        <a:bodyPr/>
        <a:lstStyle/>
        <a:p>
          <a:endParaRPr lang="en-US"/>
        </a:p>
      </dgm:t>
    </dgm:pt>
    <dgm:pt modelId="{79D769CD-9E5A-4422-A362-E56C117E4F7A}">
      <dgm:prSet/>
      <dgm:spPr/>
      <dgm:t>
        <a:bodyPr/>
        <a:lstStyle/>
        <a:p>
          <a:r>
            <a:rPr lang="en-US"/>
            <a:t>As an admin, I should be able to view a list of customers.</a:t>
          </a:r>
        </a:p>
      </dgm:t>
    </dgm:pt>
    <dgm:pt modelId="{66C34381-1636-420A-9745-968E6DB37B79}" type="parTrans" cxnId="{84EA4D53-CCC2-48FF-963A-D8E77C348268}">
      <dgm:prSet/>
      <dgm:spPr/>
      <dgm:t>
        <a:bodyPr/>
        <a:lstStyle/>
        <a:p>
          <a:endParaRPr lang="en-US"/>
        </a:p>
      </dgm:t>
    </dgm:pt>
    <dgm:pt modelId="{765BC5A9-F31A-4943-B9BC-9B4E57050257}" type="sibTrans" cxnId="{84EA4D53-CCC2-48FF-963A-D8E77C348268}">
      <dgm:prSet/>
      <dgm:spPr/>
      <dgm:t>
        <a:bodyPr/>
        <a:lstStyle/>
        <a:p>
          <a:endParaRPr lang="en-US"/>
        </a:p>
      </dgm:t>
    </dgm:pt>
    <dgm:pt modelId="{133DA1F9-CD2E-43DC-BDC3-06046684DF31}" type="pres">
      <dgm:prSet presAssocID="{65283765-FDCD-498A-BBC4-D93337636511}" presName="root" presStyleCnt="0">
        <dgm:presLayoutVars>
          <dgm:dir/>
          <dgm:resizeHandles val="exact"/>
        </dgm:presLayoutVars>
      </dgm:prSet>
      <dgm:spPr/>
    </dgm:pt>
    <dgm:pt modelId="{BA50B685-B3D6-481C-BFEE-FA59BA88F1E5}" type="pres">
      <dgm:prSet presAssocID="{A68316EA-C9AA-4EF8-A487-884502A2FF5E}" presName="compNode" presStyleCnt="0"/>
      <dgm:spPr/>
    </dgm:pt>
    <dgm:pt modelId="{42F6B873-AEE5-4A53-A11C-059D923EC1D7}" type="pres">
      <dgm:prSet presAssocID="{A68316EA-C9AA-4EF8-A487-884502A2FF5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E2D8F714-DDFC-4963-B656-A1CC8B8AEFB7}" type="pres">
      <dgm:prSet presAssocID="{A68316EA-C9AA-4EF8-A487-884502A2FF5E}" presName="iconSpace" presStyleCnt="0"/>
      <dgm:spPr/>
    </dgm:pt>
    <dgm:pt modelId="{3A890047-E405-4E38-B274-C5EB2E5A2CA4}" type="pres">
      <dgm:prSet presAssocID="{A68316EA-C9AA-4EF8-A487-884502A2FF5E}" presName="parTx" presStyleLbl="revTx" presStyleIdx="0" presStyleCnt="4">
        <dgm:presLayoutVars>
          <dgm:chMax val="0"/>
          <dgm:chPref val="0"/>
        </dgm:presLayoutVars>
      </dgm:prSet>
      <dgm:spPr/>
    </dgm:pt>
    <dgm:pt modelId="{D62F1C91-BEE8-4FB6-904A-6D9EE218F263}" type="pres">
      <dgm:prSet presAssocID="{A68316EA-C9AA-4EF8-A487-884502A2FF5E}" presName="txSpace" presStyleCnt="0"/>
      <dgm:spPr/>
    </dgm:pt>
    <dgm:pt modelId="{4364A992-7CA9-4F41-9979-59A13A95D37D}" type="pres">
      <dgm:prSet presAssocID="{A68316EA-C9AA-4EF8-A487-884502A2FF5E}" presName="desTx" presStyleLbl="revTx" presStyleIdx="1" presStyleCnt="4">
        <dgm:presLayoutVars/>
      </dgm:prSet>
      <dgm:spPr/>
    </dgm:pt>
    <dgm:pt modelId="{A80DF8CD-8240-485A-B35C-CCE3DFC7AE31}" type="pres">
      <dgm:prSet presAssocID="{9D5A5111-35FF-4B1C-B886-5FCF9DE9A75F}" presName="sibTrans" presStyleCnt="0"/>
      <dgm:spPr/>
    </dgm:pt>
    <dgm:pt modelId="{9A283A28-F0D1-432F-80EC-514B5C9D23E7}" type="pres">
      <dgm:prSet presAssocID="{E60F9D45-40D2-47AA-AC7C-6D69B75A1A33}" presName="compNode" presStyleCnt="0"/>
      <dgm:spPr/>
    </dgm:pt>
    <dgm:pt modelId="{4FFC9529-261B-4A67-9636-C15D69C4CBB5}" type="pres">
      <dgm:prSet presAssocID="{E60F9D45-40D2-47AA-AC7C-6D69B75A1A3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3302D5C-8771-4F76-BCA6-301F86B020B8}" type="pres">
      <dgm:prSet presAssocID="{E60F9D45-40D2-47AA-AC7C-6D69B75A1A33}" presName="iconSpace" presStyleCnt="0"/>
      <dgm:spPr/>
    </dgm:pt>
    <dgm:pt modelId="{1184D0FD-21D8-4ECC-A905-E1A37A8BD5F4}" type="pres">
      <dgm:prSet presAssocID="{E60F9D45-40D2-47AA-AC7C-6D69B75A1A33}" presName="parTx" presStyleLbl="revTx" presStyleIdx="2" presStyleCnt="4">
        <dgm:presLayoutVars>
          <dgm:chMax val="0"/>
          <dgm:chPref val="0"/>
        </dgm:presLayoutVars>
      </dgm:prSet>
      <dgm:spPr/>
    </dgm:pt>
    <dgm:pt modelId="{C8237AB1-1F4A-499C-87F4-454A671E7F6C}" type="pres">
      <dgm:prSet presAssocID="{E60F9D45-40D2-47AA-AC7C-6D69B75A1A33}" presName="txSpace" presStyleCnt="0"/>
      <dgm:spPr/>
    </dgm:pt>
    <dgm:pt modelId="{03F3BB0C-00E2-4D33-BCFA-7B0C95060C35}" type="pres">
      <dgm:prSet presAssocID="{E60F9D45-40D2-47AA-AC7C-6D69B75A1A33}" presName="desTx" presStyleLbl="revTx" presStyleIdx="3" presStyleCnt="4">
        <dgm:presLayoutVars/>
      </dgm:prSet>
      <dgm:spPr/>
    </dgm:pt>
  </dgm:ptLst>
  <dgm:cxnLst>
    <dgm:cxn modelId="{65DCFF2A-2A54-4CAA-B27E-432E62E8717A}" srcId="{E60F9D45-40D2-47AA-AC7C-6D69B75A1A33}" destId="{C3E8F68F-3C7C-42B9-B078-BC529A036A5B}" srcOrd="1" destOrd="0" parTransId="{0EE6C62F-9A9D-4D53-B232-1712F634CB21}" sibTransId="{001D94FA-962A-4B10-823C-E29E552C750A}"/>
    <dgm:cxn modelId="{A9F28739-2742-43DC-B8BF-9EDBE1CB83D9}" type="presOf" srcId="{A68316EA-C9AA-4EF8-A487-884502A2FF5E}" destId="{3A890047-E405-4E38-B274-C5EB2E5A2CA4}" srcOrd="0" destOrd="0" presId="urn:microsoft.com/office/officeart/2018/5/layout/CenteredIconLabelDescriptionList"/>
    <dgm:cxn modelId="{FE12E269-4775-4ED8-AD1C-657CB1E186F8}" srcId="{E60F9D45-40D2-47AA-AC7C-6D69B75A1A33}" destId="{3FAB12F1-0643-48A0-A03F-00E8E01215D4}" srcOrd="0" destOrd="0" parTransId="{77985471-0425-4531-983F-FEB82A4DF279}" sibTransId="{DC71ABF8-610F-442F-B8BD-53199EBF5C47}"/>
    <dgm:cxn modelId="{D7391F4F-4846-49E7-BFA2-E15CD375B6B8}" type="presOf" srcId="{79D769CD-9E5A-4422-A362-E56C117E4F7A}" destId="{03F3BB0C-00E2-4D33-BCFA-7B0C95060C35}" srcOrd="0" destOrd="3" presId="urn:microsoft.com/office/officeart/2018/5/layout/CenteredIconLabelDescriptionList"/>
    <dgm:cxn modelId="{84EA4D53-CCC2-48FF-963A-D8E77C348268}" srcId="{E60F9D45-40D2-47AA-AC7C-6D69B75A1A33}" destId="{79D769CD-9E5A-4422-A362-E56C117E4F7A}" srcOrd="3" destOrd="0" parTransId="{66C34381-1636-420A-9745-968E6DB37B79}" sibTransId="{765BC5A9-F31A-4943-B9BC-9B4E57050257}"/>
    <dgm:cxn modelId="{AF7A0777-B957-47F7-9ED1-66ADC18F2B82}" type="presOf" srcId="{65283765-FDCD-498A-BBC4-D93337636511}" destId="{133DA1F9-CD2E-43DC-BDC3-06046684DF31}" srcOrd="0" destOrd="0" presId="urn:microsoft.com/office/officeart/2018/5/layout/CenteredIconLabelDescriptionList"/>
    <dgm:cxn modelId="{D765E199-8074-4A92-B366-EF78AF232E66}" type="presOf" srcId="{BCE11D2F-2A4C-4956-A2CA-EC17A0F53BE7}" destId="{03F3BB0C-00E2-4D33-BCFA-7B0C95060C35}" srcOrd="0" destOrd="2" presId="urn:microsoft.com/office/officeart/2018/5/layout/CenteredIconLabelDescriptionList"/>
    <dgm:cxn modelId="{BA30D69D-8B60-448F-87CD-BDC4D4630DEA}" srcId="{E60F9D45-40D2-47AA-AC7C-6D69B75A1A33}" destId="{BCE11D2F-2A4C-4956-A2CA-EC17A0F53BE7}" srcOrd="2" destOrd="0" parTransId="{0F4BA68B-EB1B-41FA-832B-8C264692FBDB}" sibTransId="{76EDC9CB-8FDF-4780-9452-02D68D2463DB}"/>
    <dgm:cxn modelId="{7B1CDFCD-B3EB-44CD-8B9A-F9E962288F80}" type="presOf" srcId="{3FAB12F1-0643-48A0-A03F-00E8E01215D4}" destId="{03F3BB0C-00E2-4D33-BCFA-7B0C95060C35}" srcOrd="0" destOrd="0" presId="urn:microsoft.com/office/officeart/2018/5/layout/CenteredIconLabelDescriptionList"/>
    <dgm:cxn modelId="{963740E8-90F1-4449-A95A-95D4F0C559C8}" type="presOf" srcId="{E60F9D45-40D2-47AA-AC7C-6D69B75A1A33}" destId="{1184D0FD-21D8-4ECC-A905-E1A37A8BD5F4}" srcOrd="0" destOrd="0" presId="urn:microsoft.com/office/officeart/2018/5/layout/CenteredIconLabelDescriptionList"/>
    <dgm:cxn modelId="{215B16EB-F8D7-4C3C-9F37-8C3E1464107A}" type="presOf" srcId="{C3E8F68F-3C7C-42B9-B078-BC529A036A5B}" destId="{03F3BB0C-00E2-4D33-BCFA-7B0C95060C35}" srcOrd="0" destOrd="1" presId="urn:microsoft.com/office/officeart/2018/5/layout/CenteredIconLabelDescriptionList"/>
    <dgm:cxn modelId="{2860B0EC-D2A4-4462-BED6-3C74A01EB3BB}" srcId="{65283765-FDCD-498A-BBC4-D93337636511}" destId="{A68316EA-C9AA-4EF8-A487-884502A2FF5E}" srcOrd="0" destOrd="0" parTransId="{3960E7DD-4D85-4DF4-BC88-83F7F79F31BD}" sibTransId="{9D5A5111-35FF-4B1C-B886-5FCF9DE9A75F}"/>
    <dgm:cxn modelId="{F3A2B7F2-1C0C-4C9B-8216-E8A134F9AB6C}" srcId="{65283765-FDCD-498A-BBC4-D93337636511}" destId="{E60F9D45-40D2-47AA-AC7C-6D69B75A1A33}" srcOrd="1" destOrd="0" parTransId="{4580B1B3-36C0-4278-8757-0BCDF33CC2A7}" sibTransId="{0C27C7C6-7CFA-4591-A62D-B93F713E024F}"/>
    <dgm:cxn modelId="{6C5982A4-EAEC-4405-A207-33A716C9577A}" type="presParOf" srcId="{133DA1F9-CD2E-43DC-BDC3-06046684DF31}" destId="{BA50B685-B3D6-481C-BFEE-FA59BA88F1E5}" srcOrd="0" destOrd="0" presId="urn:microsoft.com/office/officeart/2018/5/layout/CenteredIconLabelDescriptionList"/>
    <dgm:cxn modelId="{7E5C939D-B299-48B1-98D5-37ED7EC4C602}" type="presParOf" srcId="{BA50B685-B3D6-481C-BFEE-FA59BA88F1E5}" destId="{42F6B873-AEE5-4A53-A11C-059D923EC1D7}" srcOrd="0" destOrd="0" presId="urn:microsoft.com/office/officeart/2018/5/layout/CenteredIconLabelDescriptionList"/>
    <dgm:cxn modelId="{96265611-17D9-4BD2-B3E3-A9F92B7B63B3}" type="presParOf" srcId="{BA50B685-B3D6-481C-BFEE-FA59BA88F1E5}" destId="{E2D8F714-DDFC-4963-B656-A1CC8B8AEFB7}" srcOrd="1" destOrd="0" presId="urn:microsoft.com/office/officeart/2018/5/layout/CenteredIconLabelDescriptionList"/>
    <dgm:cxn modelId="{68EE79C7-D8D8-4E5E-9364-C51B5942B2D3}" type="presParOf" srcId="{BA50B685-B3D6-481C-BFEE-FA59BA88F1E5}" destId="{3A890047-E405-4E38-B274-C5EB2E5A2CA4}" srcOrd="2" destOrd="0" presId="urn:microsoft.com/office/officeart/2018/5/layout/CenteredIconLabelDescriptionList"/>
    <dgm:cxn modelId="{CB889CC7-159D-4C8C-9D75-7715F3522EA1}" type="presParOf" srcId="{BA50B685-B3D6-481C-BFEE-FA59BA88F1E5}" destId="{D62F1C91-BEE8-4FB6-904A-6D9EE218F263}" srcOrd="3" destOrd="0" presId="urn:microsoft.com/office/officeart/2018/5/layout/CenteredIconLabelDescriptionList"/>
    <dgm:cxn modelId="{422F3C1F-E20F-4ADF-8BD6-87C5B9A83CD6}" type="presParOf" srcId="{BA50B685-B3D6-481C-BFEE-FA59BA88F1E5}" destId="{4364A992-7CA9-4F41-9979-59A13A95D37D}" srcOrd="4" destOrd="0" presId="urn:microsoft.com/office/officeart/2018/5/layout/CenteredIconLabelDescriptionList"/>
    <dgm:cxn modelId="{36F7B164-C47B-404A-82C6-020E218074E0}" type="presParOf" srcId="{133DA1F9-CD2E-43DC-BDC3-06046684DF31}" destId="{A80DF8CD-8240-485A-B35C-CCE3DFC7AE31}" srcOrd="1" destOrd="0" presId="urn:microsoft.com/office/officeart/2018/5/layout/CenteredIconLabelDescriptionList"/>
    <dgm:cxn modelId="{86B96234-97C6-4D4D-9C5B-507BCD87CA04}" type="presParOf" srcId="{133DA1F9-CD2E-43DC-BDC3-06046684DF31}" destId="{9A283A28-F0D1-432F-80EC-514B5C9D23E7}" srcOrd="2" destOrd="0" presId="urn:microsoft.com/office/officeart/2018/5/layout/CenteredIconLabelDescriptionList"/>
    <dgm:cxn modelId="{27BD6D08-72D0-43B6-8412-B3511FA2C7D6}" type="presParOf" srcId="{9A283A28-F0D1-432F-80EC-514B5C9D23E7}" destId="{4FFC9529-261B-4A67-9636-C15D69C4CBB5}" srcOrd="0" destOrd="0" presId="urn:microsoft.com/office/officeart/2018/5/layout/CenteredIconLabelDescriptionList"/>
    <dgm:cxn modelId="{A26F5118-4AEE-4BC8-A99C-B01D8316E3E0}" type="presParOf" srcId="{9A283A28-F0D1-432F-80EC-514B5C9D23E7}" destId="{33302D5C-8771-4F76-BCA6-301F86B020B8}" srcOrd="1" destOrd="0" presId="urn:microsoft.com/office/officeart/2018/5/layout/CenteredIconLabelDescriptionList"/>
    <dgm:cxn modelId="{E9BD0BAA-EFA0-47F2-811C-2515D6B9C758}" type="presParOf" srcId="{9A283A28-F0D1-432F-80EC-514B5C9D23E7}" destId="{1184D0FD-21D8-4ECC-A905-E1A37A8BD5F4}" srcOrd="2" destOrd="0" presId="urn:microsoft.com/office/officeart/2018/5/layout/CenteredIconLabelDescriptionList"/>
    <dgm:cxn modelId="{9D3D812D-1D19-4A18-9670-30ADC89C9AD4}" type="presParOf" srcId="{9A283A28-F0D1-432F-80EC-514B5C9D23E7}" destId="{C8237AB1-1F4A-499C-87F4-454A671E7F6C}" srcOrd="3" destOrd="0" presId="urn:microsoft.com/office/officeart/2018/5/layout/CenteredIconLabelDescriptionList"/>
    <dgm:cxn modelId="{9F5923D3-F413-4FD5-91C7-3CC7293D284F}" type="presParOf" srcId="{9A283A28-F0D1-432F-80EC-514B5C9D23E7}" destId="{03F3BB0C-00E2-4D33-BCFA-7B0C95060C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1EC1BE-65BD-46F1-99D1-D0656570B34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32E4611-0018-4BFD-91DD-C163772DFF9F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800">
              <a:latin typeface="Aptos" panose="02110004020202020204"/>
              <a:ea typeface="+mn-ea"/>
              <a:cs typeface="+mn-cs"/>
            </a:rPr>
            <a:t>Changed to using k3s instead of OpenShift</a:t>
          </a:r>
        </a:p>
      </dgm:t>
    </dgm:pt>
    <dgm:pt modelId="{F82F9FB8-F0CB-4A0F-8BF6-C2909C18544C}" type="parTrans" cxnId="{264DCEB4-B330-4145-BB68-163953E65A29}">
      <dgm:prSet/>
      <dgm:spPr/>
      <dgm:t>
        <a:bodyPr/>
        <a:lstStyle/>
        <a:p>
          <a:endParaRPr lang="en-US"/>
        </a:p>
      </dgm:t>
    </dgm:pt>
    <dgm:pt modelId="{D751A12A-F2A6-4B5C-9F1C-0FF407C4ABAE}" type="sibTrans" cxnId="{264DCEB4-B330-4145-BB68-163953E65A29}">
      <dgm:prSet/>
      <dgm:spPr/>
      <dgm:t>
        <a:bodyPr/>
        <a:lstStyle/>
        <a:p>
          <a:endParaRPr lang="en-US"/>
        </a:p>
      </dgm:t>
    </dgm:pt>
    <dgm:pt modelId="{2916691D-3065-4311-B682-61BA26822136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800">
              <a:latin typeface="Aptos" panose="02110004020202020204"/>
              <a:ea typeface="+mn-ea"/>
              <a:cs typeface="+mn-cs"/>
            </a:rPr>
            <a:t>Limited time</a:t>
          </a:r>
        </a:p>
      </dgm:t>
    </dgm:pt>
    <dgm:pt modelId="{B32BD1CB-16F6-40FE-85AA-DB9A5A32D857}" type="parTrans" cxnId="{8EF207A5-1EB5-4076-BB90-C208FF7FBDCF}">
      <dgm:prSet/>
      <dgm:spPr/>
      <dgm:t>
        <a:bodyPr/>
        <a:lstStyle/>
        <a:p>
          <a:endParaRPr lang="en-US"/>
        </a:p>
      </dgm:t>
    </dgm:pt>
    <dgm:pt modelId="{DCC6E423-4FA9-4B35-A7AF-66E9E8B7105C}" type="sibTrans" cxnId="{8EF207A5-1EB5-4076-BB90-C208FF7FBDCF}">
      <dgm:prSet/>
      <dgm:spPr/>
      <dgm:t>
        <a:bodyPr/>
        <a:lstStyle/>
        <a:p>
          <a:endParaRPr lang="en-US"/>
        </a:p>
      </dgm:t>
    </dgm:pt>
    <dgm:pt modelId="{0AC50EBF-CDE2-4E46-ABF9-45EBE1A9F180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800">
              <a:latin typeface="Calibri"/>
              <a:ea typeface="Calibri"/>
              <a:cs typeface="Calibri"/>
            </a:rPr>
            <a:t>Staging development was scrapped due to constraints</a:t>
          </a:r>
        </a:p>
      </dgm:t>
    </dgm:pt>
    <dgm:pt modelId="{13966D25-C856-4A87-8ADE-53D5D74CAAC5}" type="parTrans" cxnId="{6C3D1FA6-EAA3-4A32-A794-DE3E49DF331E}">
      <dgm:prSet/>
      <dgm:spPr/>
    </dgm:pt>
    <dgm:pt modelId="{33D415A3-D3EF-42D4-BDE8-2C6437AC6E74}" type="sibTrans" cxnId="{6C3D1FA6-EAA3-4A32-A794-DE3E49DF331E}">
      <dgm:prSet/>
      <dgm:spPr/>
    </dgm:pt>
    <dgm:pt modelId="{4AC18A13-E526-45BE-8849-8411E0C97527}" type="pres">
      <dgm:prSet presAssocID="{4E1EC1BE-65BD-46F1-99D1-D0656570B3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63F6F3C-BA77-406A-92A1-43C94535D26A}" type="pres">
      <dgm:prSet presAssocID="{D32E4611-0018-4BFD-91DD-C163772DFF9F}" presName="hierRoot1" presStyleCnt="0"/>
      <dgm:spPr/>
    </dgm:pt>
    <dgm:pt modelId="{D3FC518E-2B81-472E-B3C4-C2BF5F1DAD57}" type="pres">
      <dgm:prSet presAssocID="{D32E4611-0018-4BFD-91DD-C163772DFF9F}" presName="composite" presStyleCnt="0"/>
      <dgm:spPr/>
    </dgm:pt>
    <dgm:pt modelId="{7FE5EABD-6492-4079-9FED-43505C041219}" type="pres">
      <dgm:prSet presAssocID="{D32E4611-0018-4BFD-91DD-C163772DFF9F}" presName="background" presStyleLbl="node0" presStyleIdx="0" presStyleCnt="3"/>
      <dgm:spPr/>
    </dgm:pt>
    <dgm:pt modelId="{327FD930-C881-489F-9735-0223A8996FF2}" type="pres">
      <dgm:prSet presAssocID="{D32E4611-0018-4BFD-91DD-C163772DFF9F}" presName="text" presStyleLbl="fgAcc0" presStyleIdx="0" presStyleCnt="3">
        <dgm:presLayoutVars>
          <dgm:chPref val="3"/>
        </dgm:presLayoutVars>
      </dgm:prSet>
      <dgm:spPr/>
    </dgm:pt>
    <dgm:pt modelId="{CA9DB83E-4FD0-4B8B-B866-400F07312AB9}" type="pres">
      <dgm:prSet presAssocID="{D32E4611-0018-4BFD-91DD-C163772DFF9F}" presName="hierChild2" presStyleCnt="0"/>
      <dgm:spPr/>
    </dgm:pt>
    <dgm:pt modelId="{43371741-64CB-4545-9863-D902FEF600C3}" type="pres">
      <dgm:prSet presAssocID="{0AC50EBF-CDE2-4E46-ABF9-45EBE1A9F180}" presName="hierRoot1" presStyleCnt="0"/>
      <dgm:spPr/>
    </dgm:pt>
    <dgm:pt modelId="{47D2A1B2-42C9-44ED-A394-AE85B1B8BBDE}" type="pres">
      <dgm:prSet presAssocID="{0AC50EBF-CDE2-4E46-ABF9-45EBE1A9F180}" presName="composite" presStyleCnt="0"/>
      <dgm:spPr/>
    </dgm:pt>
    <dgm:pt modelId="{00247FDD-67C8-4E73-863A-F6800F3A700D}" type="pres">
      <dgm:prSet presAssocID="{0AC50EBF-CDE2-4E46-ABF9-45EBE1A9F180}" presName="background" presStyleLbl="node0" presStyleIdx="1" presStyleCnt="3"/>
      <dgm:spPr/>
    </dgm:pt>
    <dgm:pt modelId="{AFFE9EDE-09BF-4B14-B4F1-9D71934C4732}" type="pres">
      <dgm:prSet presAssocID="{0AC50EBF-CDE2-4E46-ABF9-45EBE1A9F180}" presName="text" presStyleLbl="fgAcc0" presStyleIdx="1" presStyleCnt="3">
        <dgm:presLayoutVars>
          <dgm:chPref val="3"/>
        </dgm:presLayoutVars>
      </dgm:prSet>
      <dgm:spPr/>
    </dgm:pt>
    <dgm:pt modelId="{D021B728-784B-42EE-9D76-9C9F4C41E99A}" type="pres">
      <dgm:prSet presAssocID="{0AC50EBF-CDE2-4E46-ABF9-45EBE1A9F180}" presName="hierChild2" presStyleCnt="0"/>
      <dgm:spPr/>
    </dgm:pt>
    <dgm:pt modelId="{C3B74CC4-17F7-43E9-8137-BEE291566D00}" type="pres">
      <dgm:prSet presAssocID="{2916691D-3065-4311-B682-61BA26822136}" presName="hierRoot1" presStyleCnt="0"/>
      <dgm:spPr/>
    </dgm:pt>
    <dgm:pt modelId="{0F768100-349D-493D-8295-597252C1236A}" type="pres">
      <dgm:prSet presAssocID="{2916691D-3065-4311-B682-61BA26822136}" presName="composite" presStyleCnt="0"/>
      <dgm:spPr/>
    </dgm:pt>
    <dgm:pt modelId="{F42B5470-2193-476B-90F7-B7EAE634ACBC}" type="pres">
      <dgm:prSet presAssocID="{2916691D-3065-4311-B682-61BA26822136}" presName="background" presStyleLbl="node0" presStyleIdx="2" presStyleCnt="3"/>
      <dgm:spPr/>
    </dgm:pt>
    <dgm:pt modelId="{1978FDDA-49BE-40B4-BA8C-B14C1C636603}" type="pres">
      <dgm:prSet presAssocID="{2916691D-3065-4311-B682-61BA26822136}" presName="text" presStyleLbl="fgAcc0" presStyleIdx="2" presStyleCnt="3">
        <dgm:presLayoutVars>
          <dgm:chPref val="3"/>
        </dgm:presLayoutVars>
      </dgm:prSet>
      <dgm:spPr/>
    </dgm:pt>
    <dgm:pt modelId="{41509419-882C-4C3D-A41A-3CC0DFBB9BC9}" type="pres">
      <dgm:prSet presAssocID="{2916691D-3065-4311-B682-61BA26822136}" presName="hierChild2" presStyleCnt="0"/>
      <dgm:spPr/>
    </dgm:pt>
  </dgm:ptLst>
  <dgm:cxnLst>
    <dgm:cxn modelId="{03218A25-5490-4EA4-A212-EA62350AFF5A}" type="presOf" srcId="{2916691D-3065-4311-B682-61BA26822136}" destId="{1978FDDA-49BE-40B4-BA8C-B14C1C636603}" srcOrd="0" destOrd="0" presId="urn:microsoft.com/office/officeart/2005/8/layout/hierarchy1"/>
    <dgm:cxn modelId="{8EF207A5-1EB5-4076-BB90-C208FF7FBDCF}" srcId="{4E1EC1BE-65BD-46F1-99D1-D0656570B34A}" destId="{2916691D-3065-4311-B682-61BA26822136}" srcOrd="2" destOrd="0" parTransId="{B32BD1CB-16F6-40FE-85AA-DB9A5A32D857}" sibTransId="{DCC6E423-4FA9-4B35-A7AF-66E9E8B7105C}"/>
    <dgm:cxn modelId="{6C3D1FA6-EAA3-4A32-A794-DE3E49DF331E}" srcId="{4E1EC1BE-65BD-46F1-99D1-D0656570B34A}" destId="{0AC50EBF-CDE2-4E46-ABF9-45EBE1A9F180}" srcOrd="1" destOrd="0" parTransId="{13966D25-C856-4A87-8ADE-53D5D74CAAC5}" sibTransId="{33D415A3-D3EF-42D4-BDE8-2C6437AC6E74}"/>
    <dgm:cxn modelId="{264DCEB4-B330-4145-BB68-163953E65A29}" srcId="{4E1EC1BE-65BD-46F1-99D1-D0656570B34A}" destId="{D32E4611-0018-4BFD-91DD-C163772DFF9F}" srcOrd="0" destOrd="0" parTransId="{F82F9FB8-F0CB-4A0F-8BF6-C2909C18544C}" sibTransId="{D751A12A-F2A6-4B5C-9F1C-0FF407C4ABAE}"/>
    <dgm:cxn modelId="{3C5F05B8-68C4-4A00-8B5D-5296D88670E0}" type="presOf" srcId="{D32E4611-0018-4BFD-91DD-C163772DFF9F}" destId="{327FD930-C881-489F-9735-0223A8996FF2}" srcOrd="0" destOrd="0" presId="urn:microsoft.com/office/officeart/2005/8/layout/hierarchy1"/>
    <dgm:cxn modelId="{8E648ED9-11AE-4B26-AD73-34D1BE4300B9}" type="presOf" srcId="{0AC50EBF-CDE2-4E46-ABF9-45EBE1A9F180}" destId="{AFFE9EDE-09BF-4B14-B4F1-9D71934C4732}" srcOrd="0" destOrd="0" presId="urn:microsoft.com/office/officeart/2005/8/layout/hierarchy1"/>
    <dgm:cxn modelId="{3CFE60ED-D57D-447C-9354-84BDD90762FF}" type="presOf" srcId="{4E1EC1BE-65BD-46F1-99D1-D0656570B34A}" destId="{4AC18A13-E526-45BE-8849-8411E0C97527}" srcOrd="0" destOrd="0" presId="urn:microsoft.com/office/officeart/2005/8/layout/hierarchy1"/>
    <dgm:cxn modelId="{F242C76C-F7A9-492E-BBFC-45EE2EB1FE74}" type="presParOf" srcId="{4AC18A13-E526-45BE-8849-8411E0C97527}" destId="{063F6F3C-BA77-406A-92A1-43C94535D26A}" srcOrd="0" destOrd="0" presId="urn:microsoft.com/office/officeart/2005/8/layout/hierarchy1"/>
    <dgm:cxn modelId="{86C52E9B-F48D-4835-84F6-DCD32C7A9E93}" type="presParOf" srcId="{063F6F3C-BA77-406A-92A1-43C94535D26A}" destId="{D3FC518E-2B81-472E-B3C4-C2BF5F1DAD57}" srcOrd="0" destOrd="0" presId="urn:microsoft.com/office/officeart/2005/8/layout/hierarchy1"/>
    <dgm:cxn modelId="{7E317A29-7188-4A77-8217-5ED1B7BF2EB7}" type="presParOf" srcId="{D3FC518E-2B81-472E-B3C4-C2BF5F1DAD57}" destId="{7FE5EABD-6492-4079-9FED-43505C041219}" srcOrd="0" destOrd="0" presId="urn:microsoft.com/office/officeart/2005/8/layout/hierarchy1"/>
    <dgm:cxn modelId="{5EA2FF26-BF9D-429C-BAF2-3DCBE77A5FEE}" type="presParOf" srcId="{D3FC518E-2B81-472E-B3C4-C2BF5F1DAD57}" destId="{327FD930-C881-489F-9735-0223A8996FF2}" srcOrd="1" destOrd="0" presId="urn:microsoft.com/office/officeart/2005/8/layout/hierarchy1"/>
    <dgm:cxn modelId="{2A845AC3-8CB3-496C-833E-E581ED7DE6BA}" type="presParOf" srcId="{063F6F3C-BA77-406A-92A1-43C94535D26A}" destId="{CA9DB83E-4FD0-4B8B-B866-400F07312AB9}" srcOrd="1" destOrd="0" presId="urn:microsoft.com/office/officeart/2005/8/layout/hierarchy1"/>
    <dgm:cxn modelId="{EB425D00-6C14-4FA9-A336-652A8BD304E5}" type="presParOf" srcId="{4AC18A13-E526-45BE-8849-8411E0C97527}" destId="{43371741-64CB-4545-9863-D902FEF600C3}" srcOrd="1" destOrd="0" presId="urn:microsoft.com/office/officeart/2005/8/layout/hierarchy1"/>
    <dgm:cxn modelId="{E113DBAF-7EEF-4BF3-B6B8-298C66497338}" type="presParOf" srcId="{43371741-64CB-4545-9863-D902FEF600C3}" destId="{47D2A1B2-42C9-44ED-A394-AE85B1B8BBDE}" srcOrd="0" destOrd="0" presId="urn:microsoft.com/office/officeart/2005/8/layout/hierarchy1"/>
    <dgm:cxn modelId="{5F4DF7CE-9728-4EA2-8C5C-A019B18BBA20}" type="presParOf" srcId="{47D2A1B2-42C9-44ED-A394-AE85B1B8BBDE}" destId="{00247FDD-67C8-4E73-863A-F6800F3A700D}" srcOrd="0" destOrd="0" presId="urn:microsoft.com/office/officeart/2005/8/layout/hierarchy1"/>
    <dgm:cxn modelId="{B9E99B91-48CF-499F-AFE0-28ABF625393E}" type="presParOf" srcId="{47D2A1B2-42C9-44ED-A394-AE85B1B8BBDE}" destId="{AFFE9EDE-09BF-4B14-B4F1-9D71934C4732}" srcOrd="1" destOrd="0" presId="urn:microsoft.com/office/officeart/2005/8/layout/hierarchy1"/>
    <dgm:cxn modelId="{D61B9239-0C3C-43B9-945E-E49CBF97F7E6}" type="presParOf" srcId="{43371741-64CB-4545-9863-D902FEF600C3}" destId="{D021B728-784B-42EE-9D76-9C9F4C41E99A}" srcOrd="1" destOrd="0" presId="urn:microsoft.com/office/officeart/2005/8/layout/hierarchy1"/>
    <dgm:cxn modelId="{EA01F292-C9D3-4FE6-9020-AFC67709D514}" type="presParOf" srcId="{4AC18A13-E526-45BE-8849-8411E0C97527}" destId="{C3B74CC4-17F7-43E9-8137-BEE291566D00}" srcOrd="2" destOrd="0" presId="urn:microsoft.com/office/officeart/2005/8/layout/hierarchy1"/>
    <dgm:cxn modelId="{ACD85DB7-1E24-40B8-92C7-222FDECFB971}" type="presParOf" srcId="{C3B74CC4-17F7-43E9-8137-BEE291566D00}" destId="{0F768100-349D-493D-8295-597252C1236A}" srcOrd="0" destOrd="0" presId="urn:microsoft.com/office/officeart/2005/8/layout/hierarchy1"/>
    <dgm:cxn modelId="{26803484-FC3F-4F1C-B90D-8DBCF52CDD47}" type="presParOf" srcId="{0F768100-349D-493D-8295-597252C1236A}" destId="{F42B5470-2193-476B-90F7-B7EAE634ACBC}" srcOrd="0" destOrd="0" presId="urn:microsoft.com/office/officeart/2005/8/layout/hierarchy1"/>
    <dgm:cxn modelId="{3B01C7F0-0572-4C48-BB07-884E56B3F914}" type="presParOf" srcId="{0F768100-349D-493D-8295-597252C1236A}" destId="{1978FDDA-49BE-40B4-BA8C-B14C1C636603}" srcOrd="1" destOrd="0" presId="urn:microsoft.com/office/officeart/2005/8/layout/hierarchy1"/>
    <dgm:cxn modelId="{90472B7E-1F83-43BD-85A2-FD450E7FDD67}" type="presParOf" srcId="{C3B74CC4-17F7-43E9-8137-BEE291566D00}" destId="{41509419-882C-4C3D-A41A-3CC0DFBB9BC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B51399-10B4-4398-9C69-F8C79C01675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06FBA8E-8A0D-4327-80E1-324641AD4C9C}">
      <dgm:prSet/>
      <dgm:spPr/>
      <dgm:t>
        <a:bodyPr/>
        <a:lstStyle/>
        <a:p>
          <a:r>
            <a:rPr lang="en-US"/>
            <a:t>Full CRUD operations on Customers and Interactions.</a:t>
          </a:r>
        </a:p>
      </dgm:t>
    </dgm:pt>
    <dgm:pt modelId="{F1512AA6-5D70-4889-9B33-BF56D201432C}" type="parTrans" cxnId="{D59C4D61-AC98-4A97-8E80-9D54DBD5D3C5}">
      <dgm:prSet/>
      <dgm:spPr/>
      <dgm:t>
        <a:bodyPr/>
        <a:lstStyle/>
        <a:p>
          <a:endParaRPr lang="en-US"/>
        </a:p>
      </dgm:t>
    </dgm:pt>
    <dgm:pt modelId="{A5C5D920-6F56-4569-8610-54234BCC7C3E}" type="sibTrans" cxnId="{D59C4D61-AC98-4A97-8E80-9D54DBD5D3C5}">
      <dgm:prSet/>
      <dgm:spPr/>
      <dgm:t>
        <a:bodyPr/>
        <a:lstStyle/>
        <a:p>
          <a:endParaRPr lang="en-US"/>
        </a:p>
      </dgm:t>
    </dgm:pt>
    <dgm:pt modelId="{F00743B2-F334-471B-B739-0CE328E6E257}">
      <dgm:prSet/>
      <dgm:spPr/>
      <dgm:t>
        <a:bodyPr/>
        <a:lstStyle/>
        <a:p>
          <a:r>
            <a:rPr lang="en-US"/>
            <a:t>OpenShift deployment with staging area.</a:t>
          </a:r>
        </a:p>
      </dgm:t>
    </dgm:pt>
    <dgm:pt modelId="{F91111DD-EE4B-436C-8FC9-D46CE5553FDA}" type="parTrans" cxnId="{CE7AAB6D-C91E-4864-8E03-B88E1084A564}">
      <dgm:prSet/>
      <dgm:spPr/>
      <dgm:t>
        <a:bodyPr/>
        <a:lstStyle/>
        <a:p>
          <a:endParaRPr lang="en-US"/>
        </a:p>
      </dgm:t>
    </dgm:pt>
    <dgm:pt modelId="{0B6C04E5-7F51-4738-A1C4-D0A297992F9B}" type="sibTrans" cxnId="{CE7AAB6D-C91E-4864-8E03-B88E1084A564}">
      <dgm:prSet/>
      <dgm:spPr/>
      <dgm:t>
        <a:bodyPr/>
        <a:lstStyle/>
        <a:p>
          <a:endParaRPr lang="en-US"/>
        </a:p>
      </dgm:t>
    </dgm:pt>
    <dgm:pt modelId="{84B69347-3BDB-44CE-B186-062CF9FD9F00}">
      <dgm:prSet/>
      <dgm:spPr/>
      <dgm:t>
        <a:bodyPr/>
        <a:lstStyle/>
        <a:p>
          <a:r>
            <a:rPr lang="en-US"/>
            <a:t>Blue-Green deployment method.</a:t>
          </a:r>
        </a:p>
      </dgm:t>
    </dgm:pt>
    <dgm:pt modelId="{499087BD-1489-4B7E-ADD1-5E4937637CCE}" type="parTrans" cxnId="{9D9DDAAC-4B23-4C24-B7AB-76D64D7C320B}">
      <dgm:prSet/>
      <dgm:spPr/>
      <dgm:t>
        <a:bodyPr/>
        <a:lstStyle/>
        <a:p>
          <a:endParaRPr lang="en-US"/>
        </a:p>
      </dgm:t>
    </dgm:pt>
    <dgm:pt modelId="{6F020123-AB29-4847-8B87-03BABFA0064C}" type="sibTrans" cxnId="{9D9DDAAC-4B23-4C24-B7AB-76D64D7C320B}">
      <dgm:prSet/>
      <dgm:spPr/>
      <dgm:t>
        <a:bodyPr/>
        <a:lstStyle/>
        <a:p>
          <a:endParaRPr lang="en-US"/>
        </a:p>
      </dgm:t>
    </dgm:pt>
    <dgm:pt modelId="{DD3220C9-AC8D-475F-9A3C-49FBB8675107}" type="pres">
      <dgm:prSet presAssocID="{32B51399-10B4-4398-9C69-F8C79C0167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F5F46AB-2D3A-4CB7-801B-0F0533950674}" type="pres">
      <dgm:prSet presAssocID="{506FBA8E-8A0D-4327-80E1-324641AD4C9C}" presName="hierRoot1" presStyleCnt="0"/>
      <dgm:spPr/>
    </dgm:pt>
    <dgm:pt modelId="{60D640E3-FE8D-49D4-BE1E-B6A09962C3F7}" type="pres">
      <dgm:prSet presAssocID="{506FBA8E-8A0D-4327-80E1-324641AD4C9C}" presName="composite" presStyleCnt="0"/>
      <dgm:spPr/>
    </dgm:pt>
    <dgm:pt modelId="{9A9A29B1-6306-42F3-9F45-03FEBF60CDEE}" type="pres">
      <dgm:prSet presAssocID="{506FBA8E-8A0D-4327-80E1-324641AD4C9C}" presName="background" presStyleLbl="node0" presStyleIdx="0" presStyleCnt="3"/>
      <dgm:spPr/>
    </dgm:pt>
    <dgm:pt modelId="{CBD686CD-8995-4A94-9879-638CCD7BBABE}" type="pres">
      <dgm:prSet presAssocID="{506FBA8E-8A0D-4327-80E1-324641AD4C9C}" presName="text" presStyleLbl="fgAcc0" presStyleIdx="0" presStyleCnt="3">
        <dgm:presLayoutVars>
          <dgm:chPref val="3"/>
        </dgm:presLayoutVars>
      </dgm:prSet>
      <dgm:spPr/>
    </dgm:pt>
    <dgm:pt modelId="{5C6FDB82-E0C1-4A79-8512-C67C368D4637}" type="pres">
      <dgm:prSet presAssocID="{506FBA8E-8A0D-4327-80E1-324641AD4C9C}" presName="hierChild2" presStyleCnt="0"/>
      <dgm:spPr/>
    </dgm:pt>
    <dgm:pt modelId="{265F69C3-13DF-466F-AFC2-159A776E381C}" type="pres">
      <dgm:prSet presAssocID="{F00743B2-F334-471B-B739-0CE328E6E257}" presName="hierRoot1" presStyleCnt="0"/>
      <dgm:spPr/>
    </dgm:pt>
    <dgm:pt modelId="{DDCA9303-4C8E-4C63-8596-36F2DD8CB139}" type="pres">
      <dgm:prSet presAssocID="{F00743B2-F334-471B-B739-0CE328E6E257}" presName="composite" presStyleCnt="0"/>
      <dgm:spPr/>
    </dgm:pt>
    <dgm:pt modelId="{701ED0A4-DAD1-44A0-846F-48D86AFB92AC}" type="pres">
      <dgm:prSet presAssocID="{F00743B2-F334-471B-B739-0CE328E6E257}" presName="background" presStyleLbl="node0" presStyleIdx="1" presStyleCnt="3"/>
      <dgm:spPr/>
    </dgm:pt>
    <dgm:pt modelId="{DCF39113-87FE-4FE2-B968-B1B8D3974EDB}" type="pres">
      <dgm:prSet presAssocID="{F00743B2-F334-471B-B739-0CE328E6E257}" presName="text" presStyleLbl="fgAcc0" presStyleIdx="1" presStyleCnt="3">
        <dgm:presLayoutVars>
          <dgm:chPref val="3"/>
        </dgm:presLayoutVars>
      </dgm:prSet>
      <dgm:spPr/>
    </dgm:pt>
    <dgm:pt modelId="{6EB70EEF-9754-4B31-A748-A9090884D13B}" type="pres">
      <dgm:prSet presAssocID="{F00743B2-F334-471B-B739-0CE328E6E257}" presName="hierChild2" presStyleCnt="0"/>
      <dgm:spPr/>
    </dgm:pt>
    <dgm:pt modelId="{1B36611E-A6D4-41FC-BAF6-AAF4E62E0A74}" type="pres">
      <dgm:prSet presAssocID="{84B69347-3BDB-44CE-B186-062CF9FD9F00}" presName="hierRoot1" presStyleCnt="0"/>
      <dgm:spPr/>
    </dgm:pt>
    <dgm:pt modelId="{473856B1-4279-4E10-B71B-3DB051516E5B}" type="pres">
      <dgm:prSet presAssocID="{84B69347-3BDB-44CE-B186-062CF9FD9F00}" presName="composite" presStyleCnt="0"/>
      <dgm:spPr/>
    </dgm:pt>
    <dgm:pt modelId="{87B1BFF2-285A-4053-8475-5FF29856DC39}" type="pres">
      <dgm:prSet presAssocID="{84B69347-3BDB-44CE-B186-062CF9FD9F00}" presName="background" presStyleLbl="node0" presStyleIdx="2" presStyleCnt="3"/>
      <dgm:spPr/>
    </dgm:pt>
    <dgm:pt modelId="{5C4298F5-1FD9-4042-8904-5AA53965426E}" type="pres">
      <dgm:prSet presAssocID="{84B69347-3BDB-44CE-B186-062CF9FD9F00}" presName="text" presStyleLbl="fgAcc0" presStyleIdx="2" presStyleCnt="3">
        <dgm:presLayoutVars>
          <dgm:chPref val="3"/>
        </dgm:presLayoutVars>
      </dgm:prSet>
      <dgm:spPr/>
    </dgm:pt>
    <dgm:pt modelId="{A2D28D37-4BE7-45FE-A333-0D1854C26A5B}" type="pres">
      <dgm:prSet presAssocID="{84B69347-3BDB-44CE-B186-062CF9FD9F00}" presName="hierChild2" presStyleCnt="0"/>
      <dgm:spPr/>
    </dgm:pt>
  </dgm:ptLst>
  <dgm:cxnLst>
    <dgm:cxn modelId="{DAA84320-38B4-4432-84CD-5EBE0A153366}" type="presOf" srcId="{F00743B2-F334-471B-B739-0CE328E6E257}" destId="{DCF39113-87FE-4FE2-B968-B1B8D3974EDB}" srcOrd="0" destOrd="0" presId="urn:microsoft.com/office/officeart/2005/8/layout/hierarchy1"/>
    <dgm:cxn modelId="{3A1CF829-B7D5-4139-8892-49650289DD2B}" type="presOf" srcId="{84B69347-3BDB-44CE-B186-062CF9FD9F00}" destId="{5C4298F5-1FD9-4042-8904-5AA53965426E}" srcOrd="0" destOrd="0" presId="urn:microsoft.com/office/officeart/2005/8/layout/hierarchy1"/>
    <dgm:cxn modelId="{FA59395F-0303-4C3A-96DA-595398991C15}" type="presOf" srcId="{506FBA8E-8A0D-4327-80E1-324641AD4C9C}" destId="{CBD686CD-8995-4A94-9879-638CCD7BBABE}" srcOrd="0" destOrd="0" presId="urn:microsoft.com/office/officeart/2005/8/layout/hierarchy1"/>
    <dgm:cxn modelId="{D59C4D61-AC98-4A97-8E80-9D54DBD5D3C5}" srcId="{32B51399-10B4-4398-9C69-F8C79C016751}" destId="{506FBA8E-8A0D-4327-80E1-324641AD4C9C}" srcOrd="0" destOrd="0" parTransId="{F1512AA6-5D70-4889-9B33-BF56D201432C}" sibTransId="{A5C5D920-6F56-4569-8610-54234BCC7C3E}"/>
    <dgm:cxn modelId="{9DCC6F65-2A42-4F23-AE3E-4ED87F8DF7AF}" type="presOf" srcId="{32B51399-10B4-4398-9C69-F8C79C016751}" destId="{DD3220C9-AC8D-475F-9A3C-49FBB8675107}" srcOrd="0" destOrd="0" presId="urn:microsoft.com/office/officeart/2005/8/layout/hierarchy1"/>
    <dgm:cxn modelId="{CE7AAB6D-C91E-4864-8E03-B88E1084A564}" srcId="{32B51399-10B4-4398-9C69-F8C79C016751}" destId="{F00743B2-F334-471B-B739-0CE328E6E257}" srcOrd="1" destOrd="0" parTransId="{F91111DD-EE4B-436C-8FC9-D46CE5553FDA}" sibTransId="{0B6C04E5-7F51-4738-A1C4-D0A297992F9B}"/>
    <dgm:cxn modelId="{9D9DDAAC-4B23-4C24-B7AB-76D64D7C320B}" srcId="{32B51399-10B4-4398-9C69-F8C79C016751}" destId="{84B69347-3BDB-44CE-B186-062CF9FD9F00}" srcOrd="2" destOrd="0" parTransId="{499087BD-1489-4B7E-ADD1-5E4937637CCE}" sibTransId="{6F020123-AB29-4847-8B87-03BABFA0064C}"/>
    <dgm:cxn modelId="{4DB76FDD-0A6D-4B0A-B807-BAEAC0B303E1}" type="presParOf" srcId="{DD3220C9-AC8D-475F-9A3C-49FBB8675107}" destId="{0F5F46AB-2D3A-4CB7-801B-0F0533950674}" srcOrd="0" destOrd="0" presId="urn:microsoft.com/office/officeart/2005/8/layout/hierarchy1"/>
    <dgm:cxn modelId="{4BE444A4-DA3B-4ACD-8FDE-2B74131DB8AC}" type="presParOf" srcId="{0F5F46AB-2D3A-4CB7-801B-0F0533950674}" destId="{60D640E3-FE8D-49D4-BE1E-B6A09962C3F7}" srcOrd="0" destOrd="0" presId="urn:microsoft.com/office/officeart/2005/8/layout/hierarchy1"/>
    <dgm:cxn modelId="{06CCD6C0-19E3-4995-A1A6-E3E3477E7FBF}" type="presParOf" srcId="{60D640E3-FE8D-49D4-BE1E-B6A09962C3F7}" destId="{9A9A29B1-6306-42F3-9F45-03FEBF60CDEE}" srcOrd="0" destOrd="0" presId="urn:microsoft.com/office/officeart/2005/8/layout/hierarchy1"/>
    <dgm:cxn modelId="{56071A62-CA56-4B93-B089-231A8BFADD1C}" type="presParOf" srcId="{60D640E3-FE8D-49D4-BE1E-B6A09962C3F7}" destId="{CBD686CD-8995-4A94-9879-638CCD7BBABE}" srcOrd="1" destOrd="0" presId="urn:microsoft.com/office/officeart/2005/8/layout/hierarchy1"/>
    <dgm:cxn modelId="{D09381F2-8C3B-4086-86DF-0EAFC179F2DE}" type="presParOf" srcId="{0F5F46AB-2D3A-4CB7-801B-0F0533950674}" destId="{5C6FDB82-E0C1-4A79-8512-C67C368D4637}" srcOrd="1" destOrd="0" presId="urn:microsoft.com/office/officeart/2005/8/layout/hierarchy1"/>
    <dgm:cxn modelId="{7773095F-B641-4C62-A1BD-D1B2E316DAAA}" type="presParOf" srcId="{DD3220C9-AC8D-475F-9A3C-49FBB8675107}" destId="{265F69C3-13DF-466F-AFC2-159A776E381C}" srcOrd="1" destOrd="0" presId="urn:microsoft.com/office/officeart/2005/8/layout/hierarchy1"/>
    <dgm:cxn modelId="{65C7F303-2AAC-4423-A318-B81D0254959B}" type="presParOf" srcId="{265F69C3-13DF-466F-AFC2-159A776E381C}" destId="{DDCA9303-4C8E-4C63-8596-36F2DD8CB139}" srcOrd="0" destOrd="0" presId="urn:microsoft.com/office/officeart/2005/8/layout/hierarchy1"/>
    <dgm:cxn modelId="{51706E5D-EC97-4C52-8269-0D39B6CE2B9A}" type="presParOf" srcId="{DDCA9303-4C8E-4C63-8596-36F2DD8CB139}" destId="{701ED0A4-DAD1-44A0-846F-48D86AFB92AC}" srcOrd="0" destOrd="0" presId="urn:microsoft.com/office/officeart/2005/8/layout/hierarchy1"/>
    <dgm:cxn modelId="{3F62D01C-F33B-412D-8EDD-AF110AF40FCC}" type="presParOf" srcId="{DDCA9303-4C8E-4C63-8596-36F2DD8CB139}" destId="{DCF39113-87FE-4FE2-B968-B1B8D3974EDB}" srcOrd="1" destOrd="0" presId="urn:microsoft.com/office/officeart/2005/8/layout/hierarchy1"/>
    <dgm:cxn modelId="{3503B71A-E05F-42E6-865C-34DBF9D29E11}" type="presParOf" srcId="{265F69C3-13DF-466F-AFC2-159A776E381C}" destId="{6EB70EEF-9754-4B31-A748-A9090884D13B}" srcOrd="1" destOrd="0" presId="urn:microsoft.com/office/officeart/2005/8/layout/hierarchy1"/>
    <dgm:cxn modelId="{D43602D5-BFE5-43AF-9A2B-87E1261F8BF8}" type="presParOf" srcId="{DD3220C9-AC8D-475F-9A3C-49FBB8675107}" destId="{1B36611E-A6D4-41FC-BAF6-AAF4E62E0A74}" srcOrd="2" destOrd="0" presId="urn:microsoft.com/office/officeart/2005/8/layout/hierarchy1"/>
    <dgm:cxn modelId="{C7E832FA-A649-403D-AECB-6952E3500EE0}" type="presParOf" srcId="{1B36611E-A6D4-41FC-BAF6-AAF4E62E0A74}" destId="{473856B1-4279-4E10-B71B-3DB051516E5B}" srcOrd="0" destOrd="0" presId="urn:microsoft.com/office/officeart/2005/8/layout/hierarchy1"/>
    <dgm:cxn modelId="{363D3BCB-913F-484C-B1D4-36E88CC3F1CE}" type="presParOf" srcId="{473856B1-4279-4E10-B71B-3DB051516E5B}" destId="{87B1BFF2-285A-4053-8475-5FF29856DC39}" srcOrd="0" destOrd="0" presId="urn:microsoft.com/office/officeart/2005/8/layout/hierarchy1"/>
    <dgm:cxn modelId="{DB5EFD87-D3B0-4394-B0E3-5D9D42F08826}" type="presParOf" srcId="{473856B1-4279-4E10-B71B-3DB051516E5B}" destId="{5C4298F5-1FD9-4042-8904-5AA53965426E}" srcOrd="1" destOrd="0" presId="urn:microsoft.com/office/officeart/2005/8/layout/hierarchy1"/>
    <dgm:cxn modelId="{5E11D2AF-D7A8-447E-A3A0-3703D8957DAD}" type="presParOf" srcId="{1B36611E-A6D4-41FC-BAF6-AAF4E62E0A74}" destId="{A2D28D37-4BE7-45FE-A333-0D1854C26A5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6B873-AEE5-4A53-A11C-059D923EC1D7}">
      <dsp:nvSpPr>
        <dsp:cNvPr id="0" name=""/>
        <dsp:cNvSpPr/>
      </dsp:nvSpPr>
      <dsp:spPr>
        <a:xfrm>
          <a:off x="2169914" y="431791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90047-E405-4E38-B274-C5EB2E5A2CA4}">
      <dsp:nvSpPr>
        <dsp:cNvPr id="0" name=""/>
        <dsp:cNvSpPr/>
      </dsp:nvSpPr>
      <dsp:spPr>
        <a:xfrm>
          <a:off x="765914" y="208694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EPIC: Agent adds an interaction for a user, it gets saved, and an event goes to Kafka.</a:t>
          </a:r>
        </a:p>
      </dsp:txBody>
      <dsp:txXfrm>
        <a:off x="765914" y="2086948"/>
        <a:ext cx="4320000" cy="648000"/>
      </dsp:txXfrm>
    </dsp:sp>
    <dsp:sp modelId="{4364A992-7CA9-4F41-9979-59A13A95D37D}">
      <dsp:nvSpPr>
        <dsp:cNvPr id="0" name=""/>
        <dsp:cNvSpPr/>
      </dsp:nvSpPr>
      <dsp:spPr>
        <a:xfrm>
          <a:off x="765914" y="2801532"/>
          <a:ext cx="4320000" cy="959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FC9529-261B-4A67-9636-C15D69C4CBB5}">
      <dsp:nvSpPr>
        <dsp:cNvPr id="0" name=""/>
        <dsp:cNvSpPr/>
      </dsp:nvSpPr>
      <dsp:spPr>
        <a:xfrm>
          <a:off x="7245914" y="431791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4D0FD-21D8-4ECC-A905-E1A37A8BD5F4}">
      <dsp:nvSpPr>
        <dsp:cNvPr id="0" name=""/>
        <dsp:cNvSpPr/>
      </dsp:nvSpPr>
      <dsp:spPr>
        <a:xfrm>
          <a:off x="5841914" y="208694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User Stories: </a:t>
          </a:r>
        </a:p>
      </dsp:txBody>
      <dsp:txXfrm>
        <a:off x="5841914" y="2086948"/>
        <a:ext cx="4320000" cy="648000"/>
      </dsp:txXfrm>
    </dsp:sp>
    <dsp:sp modelId="{03F3BB0C-00E2-4D33-BCFA-7B0C95060C35}">
      <dsp:nvSpPr>
        <dsp:cNvPr id="0" name=""/>
        <dsp:cNvSpPr/>
      </dsp:nvSpPr>
      <dsp:spPr>
        <a:xfrm>
          <a:off x="5841914" y="2801532"/>
          <a:ext cx="4320000" cy="959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As a user, I should be able to create an interaction.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As a user, I should be able to log in.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As an agent, I should be able to view interactions.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As an admin, I should be able to view a list of customers.</a:t>
          </a:r>
        </a:p>
      </dsp:txBody>
      <dsp:txXfrm>
        <a:off x="5841914" y="2801532"/>
        <a:ext cx="4320000" cy="959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5EABD-6492-4079-9FED-43505C041219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FD930-C881-489F-9735-0223A8996FF2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Aptos" panose="02110004020202020204"/>
              <a:ea typeface="+mn-ea"/>
              <a:cs typeface="+mn-cs"/>
            </a:rPr>
            <a:t>Changed to using k3s instead of OpenShift</a:t>
          </a:r>
        </a:p>
      </dsp:txBody>
      <dsp:txXfrm>
        <a:off x="398656" y="1088253"/>
        <a:ext cx="2959127" cy="1837317"/>
      </dsp:txXfrm>
    </dsp:sp>
    <dsp:sp modelId="{00247FDD-67C8-4E73-863A-F6800F3A700D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E9EDE-09BF-4B14-B4F1-9D71934C4732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Calibri"/>
              <a:ea typeface="Calibri"/>
              <a:cs typeface="Calibri"/>
            </a:rPr>
            <a:t>Staging development was scrapped due to constraints</a:t>
          </a:r>
        </a:p>
      </dsp:txBody>
      <dsp:txXfrm>
        <a:off x="4155097" y="1088253"/>
        <a:ext cx="2959127" cy="1837317"/>
      </dsp:txXfrm>
    </dsp:sp>
    <dsp:sp modelId="{F42B5470-2193-476B-90F7-B7EAE634ACBC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8FDDA-49BE-40B4-BA8C-B14C1C636603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Aptos" panose="02110004020202020204"/>
              <a:ea typeface="+mn-ea"/>
              <a:cs typeface="+mn-cs"/>
            </a:rPr>
            <a:t>Limited time</a:t>
          </a:r>
        </a:p>
      </dsp:txBody>
      <dsp:txXfrm>
        <a:off x="7911539" y="1088253"/>
        <a:ext cx="2959127" cy="1837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A29B1-6306-42F3-9F45-03FEBF60CDEE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686CD-8995-4A94-9879-638CCD7BBABE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Full CRUD operations on Customers and Interactions.</a:t>
          </a:r>
        </a:p>
      </dsp:txBody>
      <dsp:txXfrm>
        <a:off x="398656" y="1088253"/>
        <a:ext cx="2959127" cy="1837317"/>
      </dsp:txXfrm>
    </dsp:sp>
    <dsp:sp modelId="{701ED0A4-DAD1-44A0-846F-48D86AFB92AC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39113-87FE-4FE2-B968-B1B8D3974EDB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OpenShift deployment with staging area.</a:t>
          </a:r>
        </a:p>
      </dsp:txBody>
      <dsp:txXfrm>
        <a:off x="4155097" y="1088253"/>
        <a:ext cx="2959127" cy="1837317"/>
      </dsp:txXfrm>
    </dsp:sp>
    <dsp:sp modelId="{87B1BFF2-285A-4053-8475-5FF29856DC39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298F5-1FD9-4042-8904-5AA53965426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Blue-Green deployment method.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E6895-9F05-45F0-A88C-673466FEF184}" type="datetimeFigureOut"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C0E38-D7E0-4180-894D-9227783C9F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Chad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0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Chad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86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Chad: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Enables agents to log customer interactions and emit events to Kafka, supported by role-based access for admins and agents.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As a group we decided to focus on the core user stories: secure user logins, customer list visibility, creating/ viewing interaction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90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Chad: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Enforces 30-minute JWT bearer tokens, transactional PostgreSQL, saving without exposing PII to </a:t>
            </a:r>
            <a:r>
              <a:rPr lang="en-US" err="1">
                <a:ea typeface="Calibri"/>
                <a:cs typeface="Calibri"/>
              </a:rPr>
              <a:t>kafka</a:t>
            </a:r>
            <a:r>
              <a:rPr lang="en-US">
                <a:ea typeface="Calibri"/>
                <a:cs typeface="Calibri"/>
              </a:rPr>
              <a:t>, and sub 2 second target response times.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Ensures full accessibility via semantic HTML/CSS and end-to-end-observability using X-Correlation-ID across single-digest Docker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98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Carter</a:t>
            </a:r>
          </a:p>
          <a:p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The application is split into frontend, backend, persistence, messaging, and deployment responsibilities.</a:t>
            </a: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/>
              <a:t>Angular is the frontend that the user interacts with, while Spring Boot is the backend that handles API requests and business logic.</a:t>
            </a: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/>
              <a:t>Postgres stores the customer and interaction data, making it our system of record</a:t>
            </a: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/>
              <a:t>Kafka handles interaction events after successful database commit, such as when a new interaction is recorded.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/>
              <a:t>The delivery pipeline uses Continuous Integration and Continuous Delivery, to test, build, and deploy the application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93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Carter</a:t>
            </a:r>
          </a:p>
          <a:p>
            <a:endParaRPr lang="en-US">
              <a:ea typeface="Calibri"/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en-US"/>
              <a:t>For the frontend, We used Angular as the main user interface for the CRM.</a:t>
            </a:r>
            <a:endParaRPr lang="en-US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endParaRPr lang="en-US"/>
          </a:p>
          <a:p>
            <a:pPr marL="171450" indent="-171450">
              <a:buFont typeface="Arial,Sans-Serif"/>
              <a:buChar char="•"/>
            </a:pPr>
            <a:r>
              <a:rPr lang="en-US"/>
              <a:t>This is where users can log in, search for customers, view their information, and record interactions.</a:t>
            </a:r>
            <a:endParaRPr lang="en-US">
              <a:solidFill>
                <a:srgbClr val="444444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JWT authentication is used after </a:t>
            </a:r>
            <a:r>
              <a:rPr lang="en-US" err="1"/>
              <a:t>login</a:t>
            </a:r>
            <a:r>
              <a:rPr lang="en-US"/>
              <a:t> so the backend knows who the user is and what role they have.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 err="1"/>
              <a:t>RxJS</a:t>
            </a:r>
            <a:r>
              <a:rPr lang="en-US"/>
              <a:t> helps Angular handle data coming back from the backend and update the page when that data arrives.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/>
              <a:t>NGINX serves the Angular application to the browser in production. </a:t>
            </a:r>
          </a:p>
          <a:p>
            <a:pPr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22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Carter</a:t>
            </a:r>
          </a:p>
          <a:p>
            <a:endParaRPr lang="en-US"/>
          </a:p>
          <a:p>
            <a:pPr>
              <a:buFont typeface="Arial"/>
              <a:buChar char="•"/>
            </a:pPr>
            <a:r>
              <a:rPr lang="en-US"/>
              <a:t>For messaging, the flow starts when a customer interaction is recorded and saved to Postgres.</a:t>
            </a: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/>
              <a:t>Once the database commit succeeds, the application publishes an interaction event to Kafka.</a:t>
            </a: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/>
              <a:t>We chose to publish only after the </a:t>
            </a:r>
            <a:r>
              <a:rPr lang="en-US" err="1"/>
              <a:t>commit</a:t>
            </a:r>
            <a:r>
              <a:rPr lang="en-US"/>
              <a:t> so we do not send an event for an interaction that was rolled back or never actually saved.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r>
              <a:rPr lang="en-US"/>
              <a:t>We also include the correlation ID so the original request, backend logs, and Kafka event can all be connected if we need to trace what happened.</a:t>
            </a:r>
          </a:p>
          <a:p>
            <a:pPr>
              <a:buFont typeface="Arial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89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Brandon </a:t>
            </a:r>
          </a:p>
          <a:p>
            <a:endParaRPr lang="en-US"/>
          </a:p>
          <a:p>
            <a:r>
              <a:rPr lang="en-US"/>
              <a:t>DIAGRAM - Request: controller &gt; service &gt; repository &gt; PostgreSQL. Rules live only in the service.</a:t>
            </a:r>
          </a:p>
          <a:p>
            <a:r>
              <a:rPr lang="en-US"/>
              <a:t>- After the save commits, the service publishes an event to Kafka.</a:t>
            </a:r>
          </a:p>
          <a:p>
            <a:endParaRPr lang="en-US"/>
          </a:p>
          <a:p>
            <a:r>
              <a:rPr lang="en-US"/>
              <a:t>DECISION: publish after commit, not an outbox</a:t>
            </a:r>
          </a:p>
          <a:p>
            <a:r>
              <a:rPr lang="en-US"/>
              <a:t>- Why: an outbox is another table, a </a:t>
            </a:r>
            <a:r>
              <a:rPr lang="en-US" err="1"/>
              <a:t>poller</a:t>
            </a:r>
            <a:r>
              <a:rPr lang="en-US"/>
              <a:t> and more tests. Cut to make the deadline.</a:t>
            </a:r>
          </a:p>
          <a:p>
            <a:r>
              <a:rPr lang="en-US"/>
              <a:t>- Gain: we never announce a save that rolled back.</a:t>
            </a:r>
          </a:p>
          <a:p>
            <a:r>
              <a:rPr lang="en-US"/>
              <a:t>- Tradeoff: Kafka down = the save still succeeds, that one event is lost and logged.</a:t>
            </a:r>
          </a:p>
          <a:p>
            <a:r>
              <a:rPr lang="en-US"/>
              <a:t>- Outbox is the upgrade path.</a:t>
            </a:r>
          </a:p>
          <a:p>
            <a:endParaRPr lang="en-US"/>
          </a:p>
          <a:p>
            <a:r>
              <a:rPr lang="en-US"/>
              <a:t>- Only public IDs (CUS-1001) leave the API; database keys never do (ADR 0002).</a:t>
            </a:r>
          </a:p>
          <a:p>
            <a:r>
              <a:rPr lang="en-US"/>
              <a:t>- Flyway owns the schema; Hibernate only validates.</a:t>
            </a:r>
          </a:p>
          <a:p>
            <a:endParaRPr lang="en-US"/>
          </a:p>
          <a:p>
            <a:r>
              <a:rPr lang="en-US"/>
              <a:t>That saved row is what the pipeline protects.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Brandon </a:t>
            </a:r>
          </a:p>
          <a:p>
            <a:r>
              <a:rPr lang="en-US"/>
              <a:t>- Six checks run in parallel on every PR. image waits for all six, then scans the built image.</a:t>
            </a:r>
          </a:p>
          <a:p>
            <a:r>
              <a:rPr lang="en-US"/>
              <a:t>- Only main pushes to GHCR, by sha256 digest. All seven checks required to merge.</a:t>
            </a:r>
          </a:p>
          <a:p>
            <a:endParaRPr lang="en-US"/>
          </a:p>
          <a:p>
            <a:r>
              <a:rPr lang="en-US"/>
              <a:t>- Tested JAR copied into the image (brief shows a multi-stage </a:t>
            </a:r>
            <a:r>
              <a:rPr lang="en-US" err="1"/>
              <a:t>Dockerfile</a:t>
            </a:r>
            <a:r>
              <a:rPr lang="en-US"/>
              <a:t>).</a:t>
            </a:r>
          </a:p>
          <a:p>
            <a:r>
              <a:rPr lang="en-US"/>
              <a:t>  - Multi-stage compiles a second JAR the tests never ran. We hash-check the tested one and ship it.</a:t>
            </a:r>
          </a:p>
          <a:p>
            <a:r>
              <a:rPr lang="en-US"/>
              <a:t>- Three gates the brief doesn't ask for:</a:t>
            </a:r>
          </a:p>
          <a:p>
            <a:r>
              <a:rPr lang="en-US"/>
              <a:t>  - </a:t>
            </a:r>
            <a:r>
              <a:rPr lang="en-US" err="1"/>
              <a:t>gitleaks</a:t>
            </a:r>
            <a:r>
              <a:rPr lang="en-US"/>
              <a:t>, full history: a deleted secret is still in git.</a:t>
            </a:r>
          </a:p>
          <a:p>
            <a:r>
              <a:rPr lang="en-US"/>
              <a:t>  - </a:t>
            </a:r>
            <a:r>
              <a:rPr lang="en-US" err="1"/>
              <a:t>Trivy</a:t>
            </a:r>
            <a:r>
              <a:rPr lang="en-US"/>
              <a:t> config on k8s, Terraform, Ansible: catches risky settings like running as root.</a:t>
            </a:r>
          </a:p>
          <a:p>
            <a:r>
              <a:rPr lang="en-US"/>
              <a:t>  - DAST: ZAP + 15 of our own probes hit the running image before push.</a:t>
            </a:r>
          </a:p>
          <a:p>
            <a:r>
              <a:rPr lang="en-US"/>
              <a:t>- Dependency-Check 12.2.2, not the course's 10.0.4.</a:t>
            </a:r>
          </a:p>
          <a:p>
            <a:r>
              <a:rPr lang="en-US"/>
              <a:t>  - 10.0.4 can't read today's NVD data; 13.0.0 fails without an API key.</a:t>
            </a:r>
          </a:p>
          <a:p>
            <a:r>
              <a:rPr lang="en-US"/>
              <a:t>- Tradeoff: more gates to maintain. Parallel jobs + daily NVD cache keep runs to minutes.</a:t>
            </a:r>
          </a:p>
          <a:p>
            <a:endParaRPr lang="en-US"/>
          </a:p>
          <a:p>
            <a:r>
              <a:rPr lang="en-US"/>
              <a:t>CAUGHT</a:t>
            </a:r>
          </a:p>
          <a:p>
            <a:r>
              <a:rPr lang="en-US"/>
              <a:t>- Critical Spring CVE landed between a PR and its merge. main refused to push.</a:t>
            </a:r>
          </a:p>
          <a:p>
            <a:r>
              <a:rPr lang="en-US"/>
              <a:t>- Unused feature, fix needs Spring Boot 4 (off our stack): one scoped exception, owner, expires Dec 31. Thresholds never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03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Brandon </a:t>
            </a:r>
          </a:p>
          <a:p>
            <a:endParaRPr lang="en-US"/>
          </a:p>
          <a:p>
            <a:r>
              <a:rPr lang="en-US"/>
              <a:t>- Tag a green main commit &gt; reviewer approves &gt; CD checks the digests came from that commit &gt; backup &gt; deploy API then UI &gt; 12 smoke checks.</a:t>
            </a:r>
          </a:p>
          <a:p>
            <a:r>
              <a:rPr lang="en-US"/>
              <a:t>- Pass: the API + UI pair becomes known-good. Fail: rollback job restores the last good pair.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- No staging (lab plan: test / staging / prod).</a:t>
            </a:r>
          </a:p>
          <a:p>
            <a:r>
              <a:rPr lang="en-US"/>
              <a:t>  - One namespace: staging would share prod's quota and token, which Lab 48 warns against.</a:t>
            </a:r>
          </a:p>
          <a:p>
            <a:r>
              <a:rPr lang="en-US"/>
              <a:t>  - CI on real Postgres + DAST, and a full local k3s rehearsal, stand in. Logged as risk R-01.</a:t>
            </a:r>
          </a:p>
          <a:p>
            <a:r>
              <a:rPr lang="en-US"/>
              <a:t>- Rolling, not blue-green: blue-green needs two of everything; our 2-CPU quota fits one extra pod.</a:t>
            </a:r>
          </a:p>
          <a:p>
            <a:r>
              <a:rPr lang="en-US"/>
              <a:t>- Two refusal gates we added: Terraform drift, failed backup. No backup, no release.</a:t>
            </a:r>
          </a:p>
          <a:p>
            <a:r>
              <a:rPr lang="en-US"/>
              <a:t>  - Drift stopped v0.1.4: we tagged before applying a Terraform change. Reviewed, applied, re-ran: 12/12.</a:t>
            </a:r>
          </a:p>
          <a:p>
            <a:r>
              <a:rPr lang="en-US"/>
              <a:t>- Rollback is one button, not automatic: a person ships, a person rolls back. Rehearsed live: 1 min 24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42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Brandon </a:t>
            </a:r>
          </a:p>
          <a:p>
            <a:endParaRPr lang="en-US"/>
          </a:p>
          <a:p>
            <a:r>
              <a:rPr lang="en-US"/>
              <a:t>- One HTTPS address. </a:t>
            </a:r>
            <a:r>
              <a:rPr lang="en-US" err="1"/>
              <a:t>Traefik</a:t>
            </a:r>
            <a:r>
              <a:rPr lang="en-US"/>
              <a:t> sends /</a:t>
            </a:r>
            <a:r>
              <a:rPr lang="en-US" err="1"/>
              <a:t>api</a:t>
            </a:r>
            <a:r>
              <a:rPr lang="en-US"/>
              <a:t> to two API pods, everything else to the nginx UI.</a:t>
            </a:r>
          </a:p>
          <a:p>
            <a:r>
              <a:rPr lang="en-US"/>
              <a:t>- PostgreSQL + Kafka behind network rules: only the API gets in.</a:t>
            </a:r>
          </a:p>
          <a:p>
            <a:r>
              <a:rPr lang="en-US"/>
              <a:t>- Bars: our quota. A rollout fits with room.</a:t>
            </a:r>
          </a:p>
          <a:p>
            <a:endParaRPr lang="en-US"/>
          </a:p>
          <a:p>
            <a:r>
              <a:rPr lang="en-US"/>
              <a:t>- k3s, not OpenShift: it's the course cluster (Adel confirmed). Ingress not Route, </a:t>
            </a:r>
            <a:r>
              <a:rPr lang="en-US" err="1"/>
              <a:t>kubectl</a:t>
            </a:r>
            <a:r>
              <a:rPr lang="en-US"/>
              <a:t> not oc.</a:t>
            </a:r>
          </a:p>
          <a:p>
            <a:r>
              <a:rPr lang="en-US"/>
              <a:t>- Our own Let's Encrypt certificate.</a:t>
            </a:r>
          </a:p>
          <a:p>
            <a:r>
              <a:rPr lang="en-US"/>
              <a:t>  - OpenShift's Route gives TLS; k3s served an untrusted default and smoke refused it.</a:t>
            </a:r>
          </a:p>
          <a:p>
            <a:r>
              <a:rPr lang="en-US"/>
              <a:t>  - Didn't weaken the test (no curl -k). Free cert, no cluster admin. Renew by mid-December.</a:t>
            </a:r>
          </a:p>
          <a:p>
            <a:endParaRPr lang="en-US"/>
          </a:p>
          <a:p>
            <a:r>
              <a:rPr lang="en-US"/>
              <a:t>- Two API pods + 5 s shutdown drain: rollouts dropped ~13 of 5,000 requests, then 0 of 6,910.</a:t>
            </a:r>
          </a:p>
          <a:p>
            <a:r>
              <a:rPr lang="en-US"/>
              <a:t>- Backup before every release: image rollback can't undo bad data.</a:t>
            </a:r>
          </a:p>
          <a:p>
            <a:endParaRPr lang="en-US"/>
          </a:p>
          <a:p>
            <a:r>
              <a:rPr lang="en-US"/>
              <a:t>LIMIT: one server. Covers a crash or rollout, not losing the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6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Bryan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Checks java dependencies for vulnerabilities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Checks runtime dependencies for vulnerabilities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CodeQL analysis of code quality and integrity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Checks for leaked secrets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Check Kubernetes manifests and terraform config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Checks container images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73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Bryan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AI usage is allowed for simple, repetitive tasks that don't vary much from one project to the next, such as simple boilerplate code seen in most Spring Boot projects.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It is also allowed for code documentation, sketches, and drafting tests.</a:t>
            </a:r>
          </a:p>
          <a:p>
            <a:pPr marL="171450" indent="-171450">
              <a:buFont typeface="Calibri"/>
              <a:buChar char="-"/>
            </a:pPr>
            <a:r>
              <a:rPr lang="en-US" err="1">
                <a:ea typeface="Calibri"/>
                <a:cs typeface="Calibri"/>
              </a:rPr>
              <a:t>We</a:t>
            </a:r>
            <a:r>
              <a:rPr lang="en-US">
                <a:ea typeface="Calibri"/>
                <a:cs typeface="Calibri"/>
              </a:rPr>
              <a:t> explicitly disallow committing secrets, passwords, or other sensitive environment variables.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Nor do we allow plagiarism of third-party code or pushing code to production without testing and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00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Bryan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There are a few challenges we had regarding the project that we would like to share with you.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First, we shifted from using Red Hat OpenShift to using k3s for our application platform in response to restricted access to the company OpenShift.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Second, while we wanted to develop a staging area for production code to receive dynamic runtime tests, we were unable to due to resource limitations.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Finally, limited time to complete the project meant that planning and setting up communications needed to happen as fast as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7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Bryan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If we had more time and resources to work on the project, we would change a few things…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Extend the  API for customers and interactions to include Full CRUD operation support.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Switch back to OpenShift deployment and implement the staging area.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Utilize a Blue-Green deployment method for seamless production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C0E38-D7E0-4180-894D-9227783C9F8E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6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38505" y="364846"/>
            <a:ext cx="105156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533696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32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Java Full Stack August 2026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Capstone Presentation​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Team 1: Brandon Robare, Bryan Caskey,</a:t>
            </a:r>
          </a:p>
          <a:p>
            <a:pPr algn="l"/>
            <a:r>
              <a:rPr lang="en-US"/>
              <a:t>Carter Bossong, Chad Wangolo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43E292-C14D-3C65-2F2D-1CAD28375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EE9A-B58D-0C30-3026-1E44CEE47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6345"/>
            <a:ext cx="5097780" cy="39106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User Stories</a:t>
            </a:r>
          </a:p>
          <a:p>
            <a:r>
              <a:rPr lang="en-US" sz="2400">
                <a:solidFill>
                  <a:srgbClr val="FFFFFF"/>
                </a:solidFill>
              </a:rPr>
              <a:t>NFRs</a:t>
            </a:r>
          </a:p>
          <a:p>
            <a:r>
              <a:rPr lang="en-US" sz="2400">
                <a:solidFill>
                  <a:srgbClr val="FFFFFF"/>
                </a:solidFill>
              </a:rPr>
              <a:t>Architecture Diagram</a:t>
            </a:r>
          </a:p>
          <a:p>
            <a:r>
              <a:rPr lang="en-US" sz="2400">
                <a:solidFill>
                  <a:srgbClr val="FFFFFF"/>
                </a:solidFill>
              </a:rPr>
              <a:t>Front End</a:t>
            </a:r>
          </a:p>
          <a:p>
            <a:r>
              <a:rPr lang="en-US" sz="2400">
                <a:solidFill>
                  <a:srgbClr val="FFFFFF"/>
                </a:solidFill>
              </a:rPr>
              <a:t>Messaging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7ED82-1F32-C6E6-437E-459A2D43C8CB}"/>
              </a:ext>
            </a:extLst>
          </p:cNvPr>
          <p:cNvSpPr txBox="1"/>
          <p:nvPr/>
        </p:nvSpPr>
        <p:spPr>
          <a:xfrm>
            <a:off x="6256020" y="2266345"/>
            <a:ext cx="5097780" cy="391061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</a:rPr>
              <a:t>Persistence</a:t>
            </a:r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</a:rPr>
              <a:t>Deployment</a:t>
            </a:r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,Sans-Serif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</a:rPr>
              <a:t>AI Usage</a:t>
            </a:r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</a:rPr>
              <a:t>Retrospective</a:t>
            </a:r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</a:rPr>
              <a:t>Future Goals</a:t>
            </a:r>
          </a:p>
          <a:p>
            <a:pPr marL="28575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458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B459E-CCA0-4198-A9D5-5834DB79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User Stories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1ED96B-C4A8-D3B8-6D03-AE6CC26520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7869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5570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904ED-64A6-8F17-FCE6-9C851AC39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NFRs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2F1A49F-D293-0FA2-FBED-AA72A1B3D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Security &amp; Authorization: Secure API boundary using 30-minute JWTs; missing tokens return 401, wrong roles return 403.</a:t>
            </a:r>
          </a:p>
          <a:p>
            <a:r>
              <a:rPr lang="en-US" sz="2000"/>
              <a:t>Data Integrity &amp; Durability: Commits are saved permanently in PostgreSQL even if the API; no sensitive summaries or PII are published to Kafka or logged.</a:t>
            </a:r>
          </a:p>
          <a:p>
            <a:r>
              <a:rPr lang="en-US" sz="2000"/>
              <a:t>Performance Targets: Key UI workflows (search, profiles, saving interactions) load under 2 second in 95% of cases; search powered by database index scans.</a:t>
            </a:r>
          </a:p>
          <a:p>
            <a:r>
              <a:rPr lang="en-US" sz="2000"/>
              <a:t>Accessibility &amp; Compatibility: Designed with semantic HTML and plain CSS for keyboard navigation, screen reader support, and responsive layouts across </a:t>
            </a:r>
          </a:p>
          <a:p>
            <a:r>
              <a:rPr lang="en-US" sz="2000"/>
              <a:t>Observability &amp; CI/CD: End-to-end request tracking using X-Correlation-ID across logs and Kafka events; zero hardcoded secrets with single-digest Docker deployments</a:t>
            </a:r>
          </a:p>
        </p:txBody>
      </p:sp>
    </p:spTree>
    <p:extLst>
      <p:ext uri="{BB962C8B-B14F-4D97-AF65-F5344CB8AC3E}">
        <p14:creationId xmlns:p14="http://schemas.microsoft.com/office/powerpoint/2010/main" val="336090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83B2-3679-6DD3-974F-1D834163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Diagram</a:t>
            </a:r>
          </a:p>
        </p:txBody>
      </p:sp>
      <p:pic>
        <p:nvPicPr>
          <p:cNvPr id="4" name="Content Placeholder 3" descr="A diagram of a delivery pipeline&#10;&#10;AI-generated content may be incorrect.">
            <a:extLst>
              <a:ext uri="{FF2B5EF4-FFF2-40B4-BE49-F238E27FC236}">
                <a16:creationId xmlns:a16="http://schemas.microsoft.com/office/drawing/2014/main" id="{9E84B401-090E-D077-8231-A1EEA1BDA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766" y="1446930"/>
            <a:ext cx="11560308" cy="526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CAE99-11FF-B114-7241-DF60C290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Front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7807E-46B7-FD8D-922C-894ABDC9C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Angular SPA</a:t>
            </a:r>
          </a:p>
          <a:p>
            <a:r>
              <a:rPr lang="en-US" sz="2000"/>
              <a:t>JWT Bearer Authentication</a:t>
            </a:r>
          </a:p>
          <a:p>
            <a:r>
              <a:rPr lang="en-US" sz="2000"/>
              <a:t>RxJS</a:t>
            </a:r>
          </a:p>
          <a:p>
            <a:r>
              <a:rPr lang="en-US" sz="2000"/>
              <a:t>NGINX</a:t>
            </a:r>
          </a:p>
        </p:txBody>
      </p:sp>
    </p:spTree>
    <p:extLst>
      <p:ext uri="{BB962C8B-B14F-4D97-AF65-F5344CB8AC3E}">
        <p14:creationId xmlns:p14="http://schemas.microsoft.com/office/powerpoint/2010/main" val="71563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5F8E-6225-B2E3-89A2-C913CD43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1A8A2-483F-2655-2E75-931CDD27F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" y="3796665"/>
            <a:ext cx="6695440" cy="230917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Publishes only after a successful database commit</a:t>
            </a:r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A83F2E-945F-E887-462E-F57CB11676B1}"/>
              </a:ext>
            </a:extLst>
          </p:cNvPr>
          <p:cNvSpPr/>
          <p:nvPr/>
        </p:nvSpPr>
        <p:spPr>
          <a:xfrm>
            <a:off x="675510" y="2067425"/>
            <a:ext cx="2163701" cy="1145970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Record 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b="1">
                <a:solidFill>
                  <a:schemeClr val="tx1"/>
                </a:solidFill>
              </a:rPr>
              <a:t>interaction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984539-D28D-33F7-B78E-8D08A4238757}"/>
              </a:ext>
            </a:extLst>
          </p:cNvPr>
          <p:cNvCxnSpPr/>
          <p:nvPr/>
        </p:nvCxnSpPr>
        <p:spPr>
          <a:xfrm>
            <a:off x="2838344" y="2644809"/>
            <a:ext cx="72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D578BC3-482B-A08D-670A-6A07B53EC412}"/>
              </a:ext>
            </a:extLst>
          </p:cNvPr>
          <p:cNvSpPr/>
          <p:nvPr/>
        </p:nvSpPr>
        <p:spPr>
          <a:xfrm>
            <a:off x="3560949" y="2067424"/>
            <a:ext cx="2163701" cy="1145970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PostgreSQL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b="1">
                <a:solidFill>
                  <a:schemeClr val="tx1"/>
                </a:solidFill>
              </a:rPr>
              <a:t> commit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272310-3124-7615-A334-9C9DEF7D666A}"/>
              </a:ext>
            </a:extLst>
          </p:cNvPr>
          <p:cNvCxnSpPr>
            <a:cxnSpLocks/>
          </p:cNvCxnSpPr>
          <p:nvPr/>
        </p:nvCxnSpPr>
        <p:spPr>
          <a:xfrm>
            <a:off x="5733944" y="2644809"/>
            <a:ext cx="72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4D98A42-2E71-AFE6-445E-03EE3AB2FB8A}"/>
              </a:ext>
            </a:extLst>
          </p:cNvPr>
          <p:cNvSpPr/>
          <p:nvPr/>
        </p:nvSpPr>
        <p:spPr>
          <a:xfrm>
            <a:off x="6456549" y="2067424"/>
            <a:ext cx="2163701" cy="1145970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After-commit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publisher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8370FE-8B38-DE72-13DC-84B2DD81D71A}"/>
              </a:ext>
            </a:extLst>
          </p:cNvPr>
          <p:cNvCxnSpPr>
            <a:cxnSpLocks/>
          </p:cNvCxnSpPr>
          <p:nvPr/>
        </p:nvCxnSpPr>
        <p:spPr>
          <a:xfrm>
            <a:off x="8619384" y="2634649"/>
            <a:ext cx="72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E4158FC-1B90-D52F-ADA1-E6CD4EC6E458}"/>
              </a:ext>
            </a:extLst>
          </p:cNvPr>
          <p:cNvSpPr/>
          <p:nvPr/>
        </p:nvSpPr>
        <p:spPr>
          <a:xfrm>
            <a:off x="9352149" y="2067423"/>
            <a:ext cx="2163701" cy="1145970"/>
          </a:xfrm>
          <a:prstGeom prst="rect">
            <a:avLst/>
          </a:prstGeom>
          <a:solidFill>
            <a:schemeClr val="bg2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Kafka topic</a:t>
            </a:r>
          </a:p>
          <a:p>
            <a:pPr algn="ctr"/>
            <a:r>
              <a:rPr lang="en-US" b="1" err="1">
                <a:solidFill>
                  <a:schemeClr val="tx1"/>
                </a:solidFill>
              </a:rPr>
              <a:t>crm.customer</a:t>
            </a:r>
            <a:r>
              <a:rPr lang="en-US" b="1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interctions.v1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CE7700-E04B-0DF8-73A8-61C54A02C3ED}"/>
              </a:ext>
            </a:extLst>
          </p:cNvPr>
          <p:cNvSpPr txBox="1"/>
          <p:nvPr/>
        </p:nvSpPr>
        <p:spPr>
          <a:xfrm>
            <a:off x="762000" y="4942840"/>
            <a:ext cx="898144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Correlation ID links requests -&gt; logs -&gt; interaction event</a:t>
            </a:r>
            <a:r>
              <a:rPr lang="en-US" sz="2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40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544786" y="1420473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request path, four layers. Business rules in one.</a:t>
            </a:r>
            <a:endParaRPr lang="en-US" sz="1800"/>
          </a:p>
        </p:txBody>
      </p:sp>
      <p:sp>
        <p:nvSpPr>
          <p:cNvPr id="3" name="Angular SPA circle"/>
          <p:cNvSpPr/>
          <p:nvPr/>
        </p:nvSpPr>
        <p:spPr>
          <a:xfrm>
            <a:off x="913564" y="2486938"/>
            <a:ext cx="956828" cy="956828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Angular SPA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07" y="2745281"/>
            <a:ext cx="440141" cy="440141"/>
          </a:xfrm>
          <a:prstGeom prst="rect">
            <a:avLst/>
          </a:prstGeom>
        </p:spPr>
      </p:pic>
      <p:sp>
        <p:nvSpPr>
          <p:cNvPr id="5" name="Angular SPA title"/>
          <p:cNvSpPr txBox="1"/>
          <p:nvPr/>
        </p:nvSpPr>
        <p:spPr>
          <a:xfrm>
            <a:off x="594621" y="3533469"/>
            <a:ext cx="1594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SPA</a:t>
            </a:r>
            <a:endParaRPr lang="en-US" sz="1500"/>
          </a:p>
        </p:txBody>
      </p:sp>
      <p:sp>
        <p:nvSpPr>
          <p:cNvPr id="6" name="Angular SPA detail"/>
          <p:cNvSpPr txBox="1"/>
          <p:nvPr/>
        </p:nvSpPr>
        <p:spPr>
          <a:xfrm>
            <a:off x="594621" y="3807789"/>
            <a:ext cx="1594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· profile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· form</a:t>
            </a:r>
            <a:endParaRPr lang="en-US" sz="1050"/>
          </a:p>
        </p:txBody>
      </p:sp>
      <p:sp>
        <p:nvSpPr>
          <p:cNvPr id="7" name="crm-api panel"/>
          <p:cNvSpPr/>
          <p:nvPr/>
        </p:nvSpPr>
        <p:spPr>
          <a:xfrm>
            <a:off x="2687682" y="2038425"/>
            <a:ext cx="6548293" cy="3887114"/>
          </a:xfrm>
          <a:prstGeom prst="roundRect">
            <a:avLst>
              <a:gd name="adj" fmla="val 35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Panel title"/>
          <p:cNvSpPr txBox="1"/>
          <p:nvPr/>
        </p:nvSpPr>
        <p:spPr>
          <a:xfrm>
            <a:off x="2887022" y="2158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crm-api · Spring Boot</a:t>
            </a:r>
            <a:endParaRPr lang="en-US" sz="1150"/>
          </a:p>
        </p:txBody>
      </p:sp>
      <p:sp>
        <p:nvSpPr>
          <p:cNvPr id="9" name="Controllers card"/>
          <p:cNvSpPr/>
          <p:nvPr/>
        </p:nvSpPr>
        <p:spPr>
          <a:xfrm>
            <a:off x="2887022" y="2467004"/>
            <a:ext cx="1843888" cy="1544879"/>
          </a:xfrm>
          <a:prstGeom prst="roundRect">
            <a:avLst>
              <a:gd name="adj" fmla="val 473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Controllers circle"/>
          <p:cNvSpPr/>
          <p:nvPr/>
        </p:nvSpPr>
        <p:spPr>
          <a:xfrm>
            <a:off x="3490023" y="2646409"/>
            <a:ext cx="637885" cy="637885"/>
          </a:xfrm>
          <a:prstGeom prst="ellipse">
            <a:avLst/>
          </a:prstGeom>
          <a:solidFill>
            <a:srgbClr val="1C5F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Controllers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252" y="2818638"/>
            <a:ext cx="293427" cy="293427"/>
          </a:xfrm>
          <a:prstGeom prst="rect">
            <a:avLst/>
          </a:prstGeom>
        </p:spPr>
      </p:pic>
      <p:sp>
        <p:nvSpPr>
          <p:cNvPr id="12" name="Controllers title"/>
          <p:cNvSpPr txBox="1"/>
          <p:nvPr/>
        </p:nvSpPr>
        <p:spPr>
          <a:xfrm>
            <a:off x="2911939" y="3354063"/>
            <a:ext cx="1794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</a:t>
            </a:r>
            <a:endParaRPr lang="en-US" sz="1400"/>
          </a:p>
        </p:txBody>
      </p:sp>
      <p:sp>
        <p:nvSpPr>
          <p:cNvPr id="13" name="Controllers detail"/>
          <p:cNvSpPr txBox="1"/>
          <p:nvPr/>
        </p:nvSpPr>
        <p:spPr>
          <a:xfrm>
            <a:off x="2911939" y="3628383"/>
            <a:ext cx="1794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DTOs in / out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Details errors</a:t>
            </a:r>
            <a:endParaRPr lang="en-US" sz="1050"/>
          </a:p>
        </p:txBody>
      </p:sp>
      <p:sp>
        <p:nvSpPr>
          <p:cNvPr id="14" name="Services card"/>
          <p:cNvSpPr/>
          <p:nvPr/>
        </p:nvSpPr>
        <p:spPr>
          <a:xfrm>
            <a:off x="5029918" y="2467004"/>
            <a:ext cx="1843888" cy="1544879"/>
          </a:xfrm>
          <a:prstGeom prst="roundRect">
            <a:avLst>
              <a:gd name="adj" fmla="val 473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ervices circle"/>
          <p:cNvSpPr/>
          <p:nvPr/>
        </p:nvSpPr>
        <p:spPr>
          <a:xfrm>
            <a:off x="5632919" y="2646409"/>
            <a:ext cx="637885" cy="637885"/>
          </a:xfrm>
          <a:prstGeom prst="ellipse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Services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148" y="2818638"/>
            <a:ext cx="293427" cy="293427"/>
          </a:xfrm>
          <a:prstGeom prst="rect">
            <a:avLst/>
          </a:prstGeom>
        </p:spPr>
      </p:pic>
      <p:sp>
        <p:nvSpPr>
          <p:cNvPr id="17" name="Services title"/>
          <p:cNvSpPr txBox="1"/>
          <p:nvPr/>
        </p:nvSpPr>
        <p:spPr>
          <a:xfrm>
            <a:off x="5054835" y="3354063"/>
            <a:ext cx="1794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</a:t>
            </a:r>
            <a:endParaRPr lang="en-US" sz="1400"/>
          </a:p>
        </p:txBody>
      </p:sp>
      <p:sp>
        <p:nvSpPr>
          <p:cNvPr id="18" name="Services detail"/>
          <p:cNvSpPr txBox="1"/>
          <p:nvPr/>
        </p:nvSpPr>
        <p:spPr>
          <a:xfrm>
            <a:off x="5054835" y="3628383"/>
            <a:ext cx="1794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rules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@Transactional</a:t>
            </a:r>
            <a:endParaRPr lang="en-US" sz="1050"/>
          </a:p>
        </p:txBody>
      </p:sp>
      <p:sp>
        <p:nvSpPr>
          <p:cNvPr id="19" name="Repositories card"/>
          <p:cNvSpPr/>
          <p:nvPr/>
        </p:nvSpPr>
        <p:spPr>
          <a:xfrm>
            <a:off x="7172814" y="2467004"/>
            <a:ext cx="1843888" cy="1544879"/>
          </a:xfrm>
          <a:prstGeom prst="roundRect">
            <a:avLst>
              <a:gd name="adj" fmla="val 473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Repositories circle"/>
          <p:cNvSpPr/>
          <p:nvPr/>
        </p:nvSpPr>
        <p:spPr>
          <a:xfrm>
            <a:off x="7775815" y="2646409"/>
            <a:ext cx="637885" cy="637885"/>
          </a:xfrm>
          <a:prstGeom prst="ellipse">
            <a:avLst/>
          </a:prstGeom>
          <a:solidFill>
            <a:srgbClr val="1C5F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Repositories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8045" y="2818638"/>
            <a:ext cx="293427" cy="293427"/>
          </a:xfrm>
          <a:prstGeom prst="rect">
            <a:avLst/>
          </a:prstGeom>
        </p:spPr>
      </p:pic>
      <p:sp>
        <p:nvSpPr>
          <p:cNvPr id="22" name="Repositories title"/>
          <p:cNvSpPr txBox="1"/>
          <p:nvPr/>
        </p:nvSpPr>
        <p:spPr>
          <a:xfrm>
            <a:off x="7197732" y="3354063"/>
            <a:ext cx="1794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Repositories</a:t>
            </a:r>
            <a:endParaRPr lang="en-US" sz="1400"/>
          </a:p>
        </p:txBody>
      </p:sp>
      <p:sp>
        <p:nvSpPr>
          <p:cNvPr id="23" name="Repositories detail"/>
          <p:cNvSpPr txBox="1"/>
          <p:nvPr/>
        </p:nvSpPr>
        <p:spPr>
          <a:xfrm>
            <a:off x="7197732" y="3628383"/>
            <a:ext cx="1794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Data JPA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entities stay inside</a:t>
            </a:r>
            <a:endParaRPr lang="en-US" sz="1050"/>
          </a:p>
        </p:txBody>
      </p:sp>
      <p:sp>
        <p:nvSpPr>
          <p:cNvPr id="25" name="Kafka card"/>
          <p:cNvSpPr/>
          <p:nvPr/>
        </p:nvSpPr>
        <p:spPr>
          <a:xfrm>
            <a:off x="5029918" y="4390627"/>
            <a:ext cx="1843888" cy="1345540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Kafka circle"/>
          <p:cNvSpPr/>
          <p:nvPr/>
        </p:nvSpPr>
        <p:spPr>
          <a:xfrm>
            <a:off x="5672787" y="4550098"/>
            <a:ext cx="558150" cy="558150"/>
          </a:xfrm>
          <a:prstGeom prst="ellipse">
            <a:avLst/>
          </a:prstGeom>
          <a:solidFill>
            <a:srgbClr val="1C5F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Kafka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3487" y="4700799"/>
            <a:ext cx="256749" cy="256749"/>
          </a:xfrm>
          <a:prstGeom prst="rect">
            <a:avLst/>
          </a:prstGeom>
        </p:spPr>
      </p:pic>
      <p:sp>
        <p:nvSpPr>
          <p:cNvPr id="28" name="Kafka title"/>
          <p:cNvSpPr txBox="1"/>
          <p:nvPr/>
        </p:nvSpPr>
        <p:spPr>
          <a:xfrm>
            <a:off x="5029918" y="5168050"/>
            <a:ext cx="1843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listeners</a:t>
            </a:r>
            <a:endParaRPr lang="en-US" sz="1400"/>
          </a:p>
        </p:txBody>
      </p:sp>
      <p:sp>
        <p:nvSpPr>
          <p:cNvPr id="29" name="Kafka detail"/>
          <p:cNvSpPr txBox="1"/>
          <p:nvPr/>
        </p:nvSpPr>
        <p:spPr>
          <a:xfrm>
            <a:off x="5029918" y="5442370"/>
            <a:ext cx="1843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crm.customer.interactions.v1</a:t>
            </a:r>
            <a:endParaRPr lang="en-US" sz="950"/>
          </a:p>
        </p:txBody>
      </p:sp>
      <p:sp>
        <p:nvSpPr>
          <p:cNvPr id="30" name="Text 23"/>
          <p:cNvSpPr txBox="1"/>
          <p:nvPr/>
        </p:nvSpPr>
        <p:spPr>
          <a:xfrm>
            <a:off x="6026614" y="4091618"/>
            <a:ext cx="897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commit</a:t>
            </a:r>
            <a:endParaRPr lang="en-US" sz="1050"/>
          </a:p>
        </p:txBody>
      </p:sp>
      <p:sp>
        <p:nvSpPr>
          <p:cNvPr id="31" name="PostgreSQL circle"/>
          <p:cNvSpPr/>
          <p:nvPr/>
        </p:nvSpPr>
        <p:spPr>
          <a:xfrm>
            <a:off x="10432010" y="2486938"/>
            <a:ext cx="956828" cy="956828"/>
          </a:xfrm>
          <a:prstGeom prst="ellipse">
            <a:avLst/>
          </a:prstGeom>
          <a:solidFill>
            <a:srgbClr val="1E6E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PostgreSQL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0354" y="2745281"/>
            <a:ext cx="440141" cy="440141"/>
          </a:xfrm>
          <a:prstGeom prst="rect">
            <a:avLst/>
          </a:prstGeom>
        </p:spPr>
      </p:pic>
      <p:sp>
        <p:nvSpPr>
          <p:cNvPr id="33" name="PostgreSQL title"/>
          <p:cNvSpPr txBox="1"/>
          <p:nvPr/>
        </p:nvSpPr>
        <p:spPr>
          <a:xfrm>
            <a:off x="10113068" y="3533469"/>
            <a:ext cx="1594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500"/>
          </a:p>
        </p:txBody>
      </p:sp>
      <p:sp>
        <p:nvSpPr>
          <p:cNvPr id="34" name="PostgreSQL detail"/>
          <p:cNvSpPr txBox="1"/>
          <p:nvPr/>
        </p:nvSpPr>
        <p:spPr>
          <a:xfrm>
            <a:off x="10113068" y="3807789"/>
            <a:ext cx="1594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of record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Flyway-owned schema</a:t>
            </a:r>
            <a:endParaRPr lang="en-US" sz="1050"/>
          </a:p>
        </p:txBody>
      </p:sp>
      <p:sp>
        <p:nvSpPr>
          <p:cNvPr id="35" name="Schema note"/>
          <p:cNvSpPr/>
          <p:nvPr/>
        </p:nvSpPr>
        <p:spPr>
          <a:xfrm>
            <a:off x="10212737" y="4261057"/>
            <a:ext cx="1395374" cy="338877"/>
          </a:xfrm>
          <a:prstGeom prst="flowChartDocument">
            <a:avLst/>
          </a:prstGeom>
          <a:solidFill>
            <a:srgbClr val="F2F2F2"/>
          </a:solidFill>
          <a:ln w="9525">
            <a:solidFill>
              <a:srgbClr val="9A9A9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V1__crm_schema.sql</a:t>
            </a:r>
            <a:endParaRPr lang="en-US" sz="950"/>
          </a:p>
        </p:txBody>
      </p:sp>
      <p:sp>
        <p:nvSpPr>
          <p:cNvPr id="36" name="Arrow SPA to Controllers"/>
          <p:cNvSpPr/>
          <p:nvPr/>
        </p:nvSpPr>
        <p:spPr>
          <a:xfrm>
            <a:off x="1910260" y="2965352"/>
            <a:ext cx="926927" cy="0"/>
          </a:xfrm>
          <a:prstGeom prst="line">
            <a:avLst/>
          </a:prstGeom>
          <a:noFill/>
          <a:ln w="2540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 txBox="1"/>
          <p:nvPr/>
        </p:nvSpPr>
        <p:spPr>
          <a:xfrm>
            <a:off x="2039830" y="2696244"/>
            <a:ext cx="6976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/api/v1</a:t>
            </a:r>
            <a:endParaRPr lang="en-US" sz="1050"/>
          </a:p>
        </p:txBody>
      </p:sp>
      <p:sp>
        <p:nvSpPr>
          <p:cNvPr id="38" name="Arrow Controllers to Services"/>
          <p:cNvSpPr/>
          <p:nvPr/>
        </p:nvSpPr>
        <p:spPr>
          <a:xfrm>
            <a:off x="4750843" y="2965352"/>
            <a:ext cx="239207" cy="0"/>
          </a:xfrm>
          <a:prstGeom prst="line">
            <a:avLst/>
          </a:prstGeom>
          <a:noFill/>
          <a:ln w="2540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Arrow Services to Repositories"/>
          <p:cNvSpPr/>
          <p:nvPr/>
        </p:nvSpPr>
        <p:spPr>
          <a:xfrm>
            <a:off x="6893740" y="2965352"/>
            <a:ext cx="239207" cy="0"/>
          </a:xfrm>
          <a:prstGeom prst="line">
            <a:avLst/>
          </a:prstGeom>
          <a:noFill/>
          <a:ln w="2540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Arrow Repositories to PostgreSQL"/>
          <p:cNvSpPr/>
          <p:nvPr/>
        </p:nvSpPr>
        <p:spPr>
          <a:xfrm>
            <a:off x="9036636" y="2965352"/>
            <a:ext cx="1355507" cy="0"/>
          </a:xfrm>
          <a:prstGeom prst="line">
            <a:avLst/>
          </a:prstGeom>
          <a:noFill/>
          <a:ln w="2540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 txBox="1"/>
          <p:nvPr/>
        </p:nvSpPr>
        <p:spPr>
          <a:xfrm>
            <a:off x="9515050" y="2696244"/>
            <a:ext cx="598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JDBC</a:t>
            </a:r>
            <a:endParaRPr lang="en-US" sz="1050"/>
          </a:p>
        </p:txBody>
      </p:sp>
      <p:sp>
        <p:nvSpPr>
          <p:cNvPr id="42" name="Arrow Services to Kafka"/>
          <p:cNvSpPr/>
          <p:nvPr/>
        </p:nvSpPr>
        <p:spPr>
          <a:xfrm>
            <a:off x="5951862" y="4031817"/>
            <a:ext cx="0" cy="318943"/>
          </a:xfrm>
          <a:prstGeom prst="line">
            <a:avLst/>
          </a:prstGeom>
          <a:noFill/>
          <a:ln w="25400">
            <a:solidFill>
              <a:srgbClr val="7A7A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8EA88E46-5CB1-E997-C7A6-B3CE0D554AF5}"/>
              </a:ext>
            </a:extLst>
          </p:cNvPr>
          <p:cNvSpPr>
            <a:spLocks noGrp="1"/>
          </p:cNvSpPr>
          <p:nvPr/>
        </p:nvSpPr>
        <p:spPr>
          <a:xfrm>
            <a:off x="838200" y="394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ptos Display"/>
              </a:rPr>
              <a:t>Persistence</a:t>
            </a:r>
          </a:p>
        </p:txBody>
      </p:sp>
    </p:spTree>
    <p:extLst>
      <p:ext uri="{BB962C8B-B14F-4D97-AF65-F5344CB8AC3E}">
        <p14:creationId xmlns:p14="http://schemas.microsoft.com/office/powerpoint/2010/main" val="3616361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38505" y="364846"/>
            <a:ext cx="10515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>
                <a:solidFill>
                  <a:schemeClr val="tx1"/>
                </a:solidFill>
              </a:rPr>
              <a:t>Continuous Integration</a:t>
            </a:r>
            <a:endParaRPr lang="en-US" sz="4400"/>
          </a:p>
        </p:txBody>
      </p:sp>
      <p:sp>
        <p:nvSpPr>
          <p:cNvPr id="3" name="Tagline"/>
          <p:cNvSpPr txBox="1"/>
          <p:nvPr/>
        </p:nvSpPr>
        <p:spPr>
          <a:xfrm>
            <a:off x="838505" y="16916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>
                <a:solidFill>
                  <a:srgbClr val="595959"/>
                </a:solidFill>
              </a:rPr>
              <a:t>One path for every change. Nothing is published unless every gate passes.</a:t>
            </a:r>
            <a:endParaRPr lang="en-US" sz="1800"/>
          </a:p>
        </p:txBody>
      </p:sp>
      <p:sp>
        <p:nvSpPr>
          <p:cNvPr id="4" name="Pull request circle"/>
          <p:cNvSpPr/>
          <p:nvPr/>
        </p:nvSpPr>
        <p:spPr>
          <a:xfrm>
            <a:off x="1005840" y="36347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ull request icon" descr="Pull reque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835908"/>
            <a:ext cx="512064" cy="512064"/>
          </a:xfrm>
          <a:prstGeom prst="rect">
            <a:avLst/>
          </a:prstGeom>
        </p:spPr>
      </p:pic>
      <p:sp>
        <p:nvSpPr>
          <p:cNvPr id="6" name="Pull request label"/>
          <p:cNvSpPr txBox="1"/>
          <p:nvPr/>
        </p:nvSpPr>
        <p:spPr>
          <a:xfrm>
            <a:off x="685800" y="46222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Pull request</a:t>
            </a:r>
            <a:endParaRPr lang="en-US" sz="1500"/>
          </a:p>
        </p:txBody>
      </p:sp>
      <p:sp>
        <p:nvSpPr>
          <p:cNvPr id="7" name="Pull request detail"/>
          <p:cNvSpPr txBox="1"/>
          <p:nvPr/>
        </p:nvSpPr>
        <p:spPr>
          <a:xfrm>
            <a:off x="685800" y="49331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or push to main</a:t>
            </a:r>
            <a:endParaRPr lang="en-US" sz="1200"/>
          </a:p>
        </p:txBody>
      </p:sp>
      <p:sp>
        <p:nvSpPr>
          <p:cNvPr id="8" name="Trigger to gates"/>
          <p:cNvSpPr/>
          <p:nvPr/>
        </p:nvSpPr>
        <p:spPr>
          <a:xfrm>
            <a:off x="1993392" y="4091940"/>
            <a:ext cx="475488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Gates container"/>
          <p:cNvSpPr/>
          <p:nvPr/>
        </p:nvSpPr>
        <p:spPr>
          <a:xfrm>
            <a:off x="2514600" y="2286000"/>
            <a:ext cx="5120640" cy="3611880"/>
          </a:xfrm>
          <a:prstGeom prst="roundRect">
            <a:avLst>
              <a:gd name="adj" fmla="val 3797"/>
            </a:avLst>
          </a:prstGeom>
          <a:solidFill>
            <a:schemeClr val="bg2">
              <a:alpha val="5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Gates header"/>
          <p:cNvSpPr txBox="1"/>
          <p:nvPr/>
        </p:nvSpPr>
        <p:spPr>
          <a:xfrm>
            <a:off x="269748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595959"/>
                </a:solidFill>
              </a:rPr>
              <a:t>Six gates in parallel. All seven checks are required to merge.</a:t>
            </a:r>
            <a:endParaRPr lang="en-US" sz="1200"/>
          </a:p>
        </p:txBody>
      </p:sp>
      <p:sp>
        <p:nvSpPr>
          <p:cNvPr id="11" name="frontend card"/>
          <p:cNvSpPr/>
          <p:nvPr/>
        </p:nvSpPr>
        <p:spPr>
          <a:xfrm>
            <a:off x="2697480" y="274320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frontend circle"/>
          <p:cNvSpPr/>
          <p:nvPr/>
        </p:nvSpPr>
        <p:spPr>
          <a:xfrm>
            <a:off x="2834640" y="29032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frontend icon" descr="fronte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5341" y="3023921"/>
            <a:ext cx="307238" cy="307238"/>
          </a:xfrm>
          <a:prstGeom prst="rect">
            <a:avLst/>
          </a:prstGeom>
        </p:spPr>
      </p:pic>
      <p:sp>
        <p:nvSpPr>
          <p:cNvPr id="14" name="frontend label"/>
          <p:cNvSpPr txBox="1"/>
          <p:nvPr/>
        </p:nvSpPr>
        <p:spPr>
          <a:xfrm>
            <a:off x="3520440" y="2852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frontend</a:t>
            </a:r>
            <a:endParaRPr lang="en-US" sz="1500"/>
          </a:p>
        </p:txBody>
      </p:sp>
      <p:sp>
        <p:nvSpPr>
          <p:cNvPr id="15" name="frontend tools"/>
          <p:cNvSpPr txBox="1"/>
          <p:nvPr/>
        </p:nvSpPr>
        <p:spPr>
          <a:xfrm>
            <a:off x="3520440" y="31638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ng test (headless)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ng build</a:t>
            </a:r>
            <a:endParaRPr lang="en-US" sz="1100"/>
          </a:p>
        </p:txBody>
      </p:sp>
      <p:sp>
        <p:nvSpPr>
          <p:cNvPr id="16" name="backend card"/>
          <p:cNvSpPr/>
          <p:nvPr/>
        </p:nvSpPr>
        <p:spPr>
          <a:xfrm>
            <a:off x="5166360" y="274320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backend circle"/>
          <p:cNvSpPr/>
          <p:nvPr/>
        </p:nvSpPr>
        <p:spPr>
          <a:xfrm>
            <a:off x="5303520" y="29032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backend icon" descr="backe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221" y="3023921"/>
            <a:ext cx="307238" cy="307238"/>
          </a:xfrm>
          <a:prstGeom prst="rect">
            <a:avLst/>
          </a:prstGeom>
        </p:spPr>
      </p:pic>
      <p:sp>
        <p:nvSpPr>
          <p:cNvPr id="19" name="backend label"/>
          <p:cNvSpPr txBox="1"/>
          <p:nvPr/>
        </p:nvSpPr>
        <p:spPr>
          <a:xfrm>
            <a:off x="5989320" y="2852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backend</a:t>
            </a:r>
            <a:endParaRPr lang="en-US" sz="1500"/>
          </a:p>
        </p:txBody>
      </p:sp>
      <p:sp>
        <p:nvSpPr>
          <p:cNvPr id="20" name="backend tools"/>
          <p:cNvSpPr txBox="1"/>
          <p:nvPr/>
        </p:nvSpPr>
        <p:spPr>
          <a:xfrm>
            <a:off x="5989320" y="31638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mvn verify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on PostgreSQL 16</a:t>
            </a:r>
            <a:endParaRPr lang="en-US" sz="1100"/>
          </a:p>
        </p:txBody>
      </p:sp>
      <p:sp>
        <p:nvSpPr>
          <p:cNvPr id="21" name="scan card"/>
          <p:cNvSpPr/>
          <p:nvPr/>
        </p:nvSpPr>
        <p:spPr>
          <a:xfrm>
            <a:off x="2697480" y="379476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can circle"/>
          <p:cNvSpPr/>
          <p:nvPr/>
        </p:nvSpPr>
        <p:spPr>
          <a:xfrm>
            <a:off x="2834640" y="39547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scan icon" descr="sca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341" y="4075481"/>
            <a:ext cx="307238" cy="307238"/>
          </a:xfrm>
          <a:prstGeom prst="rect">
            <a:avLst/>
          </a:prstGeom>
        </p:spPr>
      </p:pic>
      <p:sp>
        <p:nvSpPr>
          <p:cNvPr id="24" name="scan label"/>
          <p:cNvSpPr txBox="1"/>
          <p:nvPr/>
        </p:nvSpPr>
        <p:spPr>
          <a:xfrm>
            <a:off x="3520440" y="39044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scan</a:t>
            </a:r>
            <a:endParaRPr lang="en-US" sz="1500"/>
          </a:p>
        </p:txBody>
      </p:sp>
      <p:sp>
        <p:nvSpPr>
          <p:cNvPr id="25" name="scan tools"/>
          <p:cNvSpPr txBox="1"/>
          <p:nvPr/>
        </p:nvSpPr>
        <p:spPr>
          <a:xfrm>
            <a:off x="3520440" y="42153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Dependency-Check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npm audit</a:t>
            </a:r>
            <a:endParaRPr lang="en-US" sz="1100"/>
          </a:p>
        </p:txBody>
      </p:sp>
      <p:sp>
        <p:nvSpPr>
          <p:cNvPr id="26" name="scan required"/>
          <p:cNvSpPr/>
          <p:nvPr/>
        </p:nvSpPr>
        <p:spPr>
          <a:xfrm>
            <a:off x="4160520" y="3685032"/>
            <a:ext cx="731520" cy="219456"/>
          </a:xfrm>
          <a:prstGeom prst="roundRect">
            <a:avLst>
              <a:gd name="adj" fmla="val 208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required</a:t>
            </a:r>
            <a:endParaRPr lang="en-US" sz="1000"/>
          </a:p>
        </p:txBody>
      </p:sp>
      <p:sp>
        <p:nvSpPr>
          <p:cNvPr id="27" name="sast card"/>
          <p:cNvSpPr/>
          <p:nvPr/>
        </p:nvSpPr>
        <p:spPr>
          <a:xfrm>
            <a:off x="5166360" y="379476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ast circle"/>
          <p:cNvSpPr/>
          <p:nvPr/>
        </p:nvSpPr>
        <p:spPr>
          <a:xfrm>
            <a:off x="5303520" y="39547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sast icon" descr="sas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4221" y="4075481"/>
            <a:ext cx="307238" cy="307238"/>
          </a:xfrm>
          <a:prstGeom prst="rect">
            <a:avLst/>
          </a:prstGeom>
        </p:spPr>
      </p:pic>
      <p:sp>
        <p:nvSpPr>
          <p:cNvPr id="30" name="sast label"/>
          <p:cNvSpPr txBox="1"/>
          <p:nvPr/>
        </p:nvSpPr>
        <p:spPr>
          <a:xfrm>
            <a:off x="5989320" y="39044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sast</a:t>
            </a:r>
            <a:endParaRPr lang="en-US" sz="1500"/>
          </a:p>
        </p:txBody>
      </p:sp>
      <p:sp>
        <p:nvSpPr>
          <p:cNvPr id="31" name="sast tools"/>
          <p:cNvSpPr txBox="1"/>
          <p:nvPr/>
        </p:nvSpPr>
        <p:spPr>
          <a:xfrm>
            <a:off x="5989320" y="42153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CodeQL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Java · TS · Actions</a:t>
            </a:r>
            <a:endParaRPr lang="en-US" sz="1100"/>
          </a:p>
        </p:txBody>
      </p:sp>
      <p:sp>
        <p:nvSpPr>
          <p:cNvPr id="32" name="sast required"/>
          <p:cNvSpPr/>
          <p:nvPr/>
        </p:nvSpPr>
        <p:spPr>
          <a:xfrm>
            <a:off x="6629400" y="3685032"/>
            <a:ext cx="731520" cy="219456"/>
          </a:xfrm>
          <a:prstGeom prst="roundRect">
            <a:avLst>
              <a:gd name="adj" fmla="val 208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required</a:t>
            </a:r>
            <a:endParaRPr lang="en-US" sz="1000"/>
          </a:p>
        </p:txBody>
      </p:sp>
      <p:sp>
        <p:nvSpPr>
          <p:cNvPr id="33" name="secrets card"/>
          <p:cNvSpPr/>
          <p:nvPr/>
        </p:nvSpPr>
        <p:spPr>
          <a:xfrm>
            <a:off x="2697480" y="484632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ecrets circle"/>
          <p:cNvSpPr/>
          <p:nvPr/>
        </p:nvSpPr>
        <p:spPr>
          <a:xfrm>
            <a:off x="2834640" y="50063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secrets icon" descr="secre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5341" y="5127041"/>
            <a:ext cx="307238" cy="307238"/>
          </a:xfrm>
          <a:prstGeom prst="rect">
            <a:avLst/>
          </a:prstGeom>
        </p:spPr>
      </p:pic>
      <p:sp>
        <p:nvSpPr>
          <p:cNvPr id="36" name="secrets label"/>
          <p:cNvSpPr txBox="1"/>
          <p:nvPr/>
        </p:nvSpPr>
        <p:spPr>
          <a:xfrm>
            <a:off x="3520440" y="4956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secrets</a:t>
            </a:r>
            <a:endParaRPr lang="en-US" sz="1500"/>
          </a:p>
        </p:txBody>
      </p:sp>
      <p:sp>
        <p:nvSpPr>
          <p:cNvPr id="37" name="secrets tools"/>
          <p:cNvSpPr txBox="1"/>
          <p:nvPr/>
        </p:nvSpPr>
        <p:spPr>
          <a:xfrm>
            <a:off x="3520440" y="52669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gitleaks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full git history</a:t>
            </a:r>
            <a:endParaRPr lang="en-US" sz="1100"/>
          </a:p>
        </p:txBody>
      </p:sp>
      <p:sp>
        <p:nvSpPr>
          <p:cNvPr id="38" name="secrets required"/>
          <p:cNvSpPr/>
          <p:nvPr/>
        </p:nvSpPr>
        <p:spPr>
          <a:xfrm>
            <a:off x="4160520" y="4736592"/>
            <a:ext cx="731520" cy="219456"/>
          </a:xfrm>
          <a:prstGeom prst="roundRect">
            <a:avLst>
              <a:gd name="adj" fmla="val 208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required</a:t>
            </a:r>
            <a:endParaRPr lang="en-US" sz="1000"/>
          </a:p>
        </p:txBody>
      </p:sp>
      <p:sp>
        <p:nvSpPr>
          <p:cNvPr id="39" name="iac card"/>
          <p:cNvSpPr/>
          <p:nvPr/>
        </p:nvSpPr>
        <p:spPr>
          <a:xfrm>
            <a:off x="5166360" y="484632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iac circle"/>
          <p:cNvSpPr/>
          <p:nvPr/>
        </p:nvSpPr>
        <p:spPr>
          <a:xfrm>
            <a:off x="5303520" y="50063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ac icon" descr="ia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4221" y="5127041"/>
            <a:ext cx="307238" cy="307238"/>
          </a:xfrm>
          <a:prstGeom prst="rect">
            <a:avLst/>
          </a:prstGeom>
        </p:spPr>
      </p:pic>
      <p:sp>
        <p:nvSpPr>
          <p:cNvPr id="42" name="iac label"/>
          <p:cNvSpPr txBox="1"/>
          <p:nvPr/>
        </p:nvSpPr>
        <p:spPr>
          <a:xfrm>
            <a:off x="5989320" y="4956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iac</a:t>
            </a:r>
            <a:endParaRPr lang="en-US" sz="1500"/>
          </a:p>
        </p:txBody>
      </p:sp>
      <p:sp>
        <p:nvSpPr>
          <p:cNvPr id="43" name="iac tools"/>
          <p:cNvSpPr txBox="1"/>
          <p:nvPr/>
        </p:nvSpPr>
        <p:spPr>
          <a:xfrm>
            <a:off x="5989320" y="52669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Trivy config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Terraform + Ansible</a:t>
            </a:r>
            <a:endParaRPr lang="en-US" sz="1100"/>
          </a:p>
        </p:txBody>
      </p:sp>
      <p:sp>
        <p:nvSpPr>
          <p:cNvPr id="44" name="Gates to image"/>
          <p:cNvSpPr/>
          <p:nvPr/>
        </p:nvSpPr>
        <p:spPr>
          <a:xfrm>
            <a:off x="7680960" y="4091940"/>
            <a:ext cx="411480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image circle"/>
          <p:cNvSpPr/>
          <p:nvPr/>
        </p:nvSpPr>
        <p:spPr>
          <a:xfrm>
            <a:off x="8138160" y="36347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icon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9328" y="3835908"/>
            <a:ext cx="512064" cy="512064"/>
          </a:xfrm>
          <a:prstGeom prst="rect">
            <a:avLst/>
          </a:prstGeom>
        </p:spPr>
      </p:pic>
      <p:sp>
        <p:nvSpPr>
          <p:cNvPr id="47" name="image label"/>
          <p:cNvSpPr txBox="1"/>
          <p:nvPr/>
        </p:nvSpPr>
        <p:spPr>
          <a:xfrm>
            <a:off x="7818120" y="46222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image</a:t>
            </a:r>
            <a:endParaRPr lang="en-US" sz="1500"/>
          </a:p>
        </p:txBody>
      </p:sp>
      <p:sp>
        <p:nvSpPr>
          <p:cNvPr id="48" name="image detail"/>
          <p:cNvSpPr txBox="1"/>
          <p:nvPr/>
        </p:nvSpPr>
        <p:spPr>
          <a:xfrm>
            <a:off x="7818120" y="493318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hash-checked JAR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Trivy + DAST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before push</a:t>
            </a:r>
            <a:endParaRPr lang="en-US" sz="1200"/>
          </a:p>
        </p:txBody>
      </p:sp>
      <p:sp>
        <p:nvSpPr>
          <p:cNvPr id="49" name="Image to registry"/>
          <p:cNvSpPr/>
          <p:nvPr/>
        </p:nvSpPr>
        <p:spPr>
          <a:xfrm>
            <a:off x="9125712" y="4091940"/>
            <a:ext cx="932688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Main only"/>
          <p:cNvSpPr txBox="1"/>
          <p:nvPr/>
        </p:nvSpPr>
        <p:spPr>
          <a:xfrm>
            <a:off x="9098280" y="37078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>
                <a:solidFill>
                  <a:srgbClr val="595959"/>
                </a:solidFill>
              </a:rPr>
              <a:t>main only</a:t>
            </a:r>
            <a:endParaRPr lang="en-US" sz="1100"/>
          </a:p>
        </p:txBody>
      </p:sp>
      <p:sp>
        <p:nvSpPr>
          <p:cNvPr id="51" name="GHCR circle"/>
          <p:cNvSpPr/>
          <p:nvPr/>
        </p:nvSpPr>
        <p:spPr>
          <a:xfrm>
            <a:off x="10104120" y="36347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GHCR icon" descr="GHC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5288" y="3835908"/>
            <a:ext cx="512064" cy="512064"/>
          </a:xfrm>
          <a:prstGeom prst="rect">
            <a:avLst/>
          </a:prstGeom>
        </p:spPr>
      </p:pic>
      <p:sp>
        <p:nvSpPr>
          <p:cNvPr id="53" name="GHCR label"/>
          <p:cNvSpPr txBox="1"/>
          <p:nvPr/>
        </p:nvSpPr>
        <p:spPr>
          <a:xfrm>
            <a:off x="9784080" y="46222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GHCR</a:t>
            </a:r>
            <a:endParaRPr lang="en-US" sz="1500"/>
          </a:p>
        </p:txBody>
      </p:sp>
      <p:sp>
        <p:nvSpPr>
          <p:cNvPr id="54" name="GHCR detail"/>
          <p:cNvSpPr txBox="1"/>
          <p:nvPr/>
        </p:nvSpPr>
        <p:spPr>
          <a:xfrm>
            <a:off x="9784080" y="49331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API + UI images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by sha256 digest</a:t>
            </a:r>
            <a:endParaRPr lang="en-US" sz="1200"/>
          </a:p>
        </p:txBody>
      </p:sp>
      <p:sp>
        <p:nvSpPr>
          <p:cNvPr id="55" name="Manifest"/>
          <p:cNvSpPr/>
          <p:nvPr/>
        </p:nvSpPr>
        <p:spPr>
          <a:xfrm>
            <a:off x="9829800" y="5468112"/>
            <a:ext cx="1463040" cy="457200"/>
          </a:xfrm>
          <a:prstGeom prst="flowChartDocument">
            <a:avLst/>
          </a:prstGeom>
          <a:solidFill>
            <a:schemeClr val="bg2"/>
          </a:solidFill>
          <a:ln w="9525">
            <a:solidFill>
              <a:srgbClr val="A6A6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tx1"/>
                </a:solidFill>
              </a:rPr>
              <a:t>artifact-manifest.json</a:t>
            </a:r>
            <a:endParaRPr lang="en-US" sz="1000"/>
          </a:p>
        </p:txBody>
      </p:sp>
      <p:sp>
        <p:nvSpPr>
          <p:cNvPr id="57" name="frontend required"/>
          <p:cNvSpPr/>
          <p:nvPr/>
        </p:nvSpPr>
        <p:spPr>
          <a:xfrm>
            <a:off x="4160520" y="2633472"/>
            <a:ext cx="731520" cy="219456"/>
          </a:xfrm>
          <a:prstGeom prst="roundRect">
            <a:avLst>
              <a:gd name="adj" fmla="val 208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required</a:t>
            </a:r>
            <a:endParaRPr lang="en-US" sz="1000"/>
          </a:p>
        </p:txBody>
      </p:sp>
      <p:sp>
        <p:nvSpPr>
          <p:cNvPr id="58" name="backend required"/>
          <p:cNvSpPr/>
          <p:nvPr/>
        </p:nvSpPr>
        <p:spPr>
          <a:xfrm>
            <a:off x="6629400" y="2633472"/>
            <a:ext cx="731520" cy="219456"/>
          </a:xfrm>
          <a:prstGeom prst="roundRect">
            <a:avLst>
              <a:gd name="adj" fmla="val 208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required</a:t>
            </a:r>
            <a:endParaRPr lang="en-US" sz="1000"/>
          </a:p>
        </p:txBody>
      </p:sp>
      <p:sp>
        <p:nvSpPr>
          <p:cNvPr id="59" name="iac required"/>
          <p:cNvSpPr/>
          <p:nvPr/>
        </p:nvSpPr>
        <p:spPr>
          <a:xfrm>
            <a:off x="6629400" y="4736592"/>
            <a:ext cx="731520" cy="219456"/>
          </a:xfrm>
          <a:prstGeom prst="roundRect">
            <a:avLst>
              <a:gd name="adj" fmla="val 208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required</a:t>
            </a:r>
            <a:endParaRPr lang="en-US" sz="1000"/>
          </a:p>
        </p:txBody>
      </p:sp>
      <p:sp>
        <p:nvSpPr>
          <p:cNvPr id="60" name="image required"/>
          <p:cNvSpPr/>
          <p:nvPr/>
        </p:nvSpPr>
        <p:spPr>
          <a:xfrm>
            <a:off x="8229600" y="3346704"/>
            <a:ext cx="731520" cy="219456"/>
          </a:xfrm>
          <a:prstGeom prst="roundRect">
            <a:avLst>
              <a:gd name="adj" fmla="val 208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required</a:t>
            </a:r>
            <a:endParaRPr lang="en-US" sz="1000"/>
          </a:p>
        </p:txBody>
      </p:sp>
      <p:sp>
        <p:nvSpPr>
          <p:cNvPr id="61" name="Why it holds"/>
          <p:cNvSpPr txBox="1"/>
          <p:nvPr/>
        </p:nvSpPr>
        <p:spPr>
          <a:xfrm>
            <a:off x="7882127" y="230428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300">
                <a:solidFill>
                  <a:srgbClr val="404040"/>
                </a:solidFill>
              </a:rPr>
              <a:t>Image holds the exact JAR tests ran on</a:t>
            </a:r>
            <a:endParaRPr lang="en-US" sz="1300"/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300">
                <a:solidFill>
                  <a:srgbClr val="404040"/>
                </a:solidFill>
              </a:rPr>
              <a:t>Nothing reaches GHCR unless all gates pass</a:t>
            </a:r>
            <a:endParaRPr lang="en-US" sz="1300"/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300">
                <a:solidFill>
                  <a:srgbClr val="404040"/>
                </a:solidFill>
              </a:rPr>
              <a:t>Every exception: owner, reason, expiry</a:t>
            </a:r>
            <a:endParaRPr lang="en-US" sz="1300"/>
          </a:p>
        </p:txBody>
      </p:sp>
      <p:sp>
        <p:nvSpPr>
          <p:cNvPr id="62" name="caught CVE"/>
          <p:cNvSpPr/>
          <p:nvPr/>
        </p:nvSpPr>
        <p:spPr>
          <a:xfrm>
            <a:off x="7863840" y="5623560"/>
            <a:ext cx="1463040" cy="219456"/>
          </a:xfrm>
          <a:prstGeom prst="roundRect">
            <a:avLst>
              <a:gd name="adj" fmla="val 208333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caught: critical CVE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061757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38505" y="364846"/>
            <a:ext cx="10515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>
                <a:solidFill>
                  <a:schemeClr val="tx1"/>
                </a:solidFill>
              </a:rPr>
              <a:t>Continuous Delivery</a:t>
            </a:r>
            <a:endParaRPr lang="en-US" sz="4400"/>
          </a:p>
        </p:txBody>
      </p:sp>
      <p:sp>
        <p:nvSpPr>
          <p:cNvPr id="3" name="Tagline"/>
          <p:cNvSpPr txBox="1"/>
          <p:nvPr/>
        </p:nvSpPr>
        <p:spPr>
          <a:xfrm>
            <a:off x="838505" y="16916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>
                <a:solidFill>
                  <a:srgbClr val="595959"/>
                </a:solidFill>
              </a:rPr>
              <a:t>A person decides when it ships. Production runs the exact digest CI built.</a:t>
            </a:r>
            <a:endParaRPr lang="en-US" sz="1800"/>
          </a:p>
        </p:txBody>
      </p:sp>
      <p:sp>
        <p:nvSpPr>
          <p:cNvPr id="4" name="Green main run circle"/>
          <p:cNvSpPr/>
          <p:nvPr/>
        </p:nvSpPr>
        <p:spPr>
          <a:xfrm>
            <a:off x="1272845" y="22631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Green main run icon" descr="Green main ru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954" y="2454250"/>
            <a:ext cx="486461" cy="486461"/>
          </a:xfrm>
          <a:prstGeom prst="rect">
            <a:avLst/>
          </a:prstGeom>
        </p:spPr>
      </p:pic>
      <p:sp>
        <p:nvSpPr>
          <p:cNvPr id="6" name="Green main run label"/>
          <p:cNvSpPr txBox="1"/>
          <p:nvPr/>
        </p:nvSpPr>
        <p:spPr>
          <a:xfrm>
            <a:off x="747065" y="32049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Green main run</a:t>
            </a:r>
            <a:endParaRPr lang="en-US" sz="1500"/>
          </a:p>
        </p:txBody>
      </p:sp>
      <p:sp>
        <p:nvSpPr>
          <p:cNvPr id="7" name="Green main run detail"/>
          <p:cNvSpPr txBox="1"/>
          <p:nvPr/>
        </p:nvSpPr>
        <p:spPr>
          <a:xfrm>
            <a:off x="747065" y="35158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API + UI digests</a:t>
            </a:r>
            <a:endParaRPr lang="en-US" sz="1200"/>
          </a:p>
        </p:txBody>
      </p:sp>
      <p:sp>
        <p:nvSpPr>
          <p:cNvPr id="8" name="Step 1"/>
          <p:cNvSpPr/>
          <p:nvPr/>
        </p:nvSpPr>
        <p:spPr>
          <a:xfrm>
            <a:off x="2237537" y="2697480"/>
            <a:ext cx="1133856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ag v0.1.0 circle"/>
          <p:cNvSpPr/>
          <p:nvPr/>
        </p:nvSpPr>
        <p:spPr>
          <a:xfrm>
            <a:off x="3467405" y="22631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Tag v0.1.0 icon" descr="Tag v0.1.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514" y="2454250"/>
            <a:ext cx="486461" cy="486461"/>
          </a:xfrm>
          <a:prstGeom prst="rect">
            <a:avLst/>
          </a:prstGeom>
        </p:spPr>
      </p:pic>
      <p:sp>
        <p:nvSpPr>
          <p:cNvPr id="11" name="Tag v0.1.0 label"/>
          <p:cNvSpPr txBox="1"/>
          <p:nvPr/>
        </p:nvSpPr>
        <p:spPr>
          <a:xfrm>
            <a:off x="2941625" y="32049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Tag v0.1.4</a:t>
            </a:r>
            <a:endParaRPr lang="en-US" sz="1500"/>
          </a:p>
        </p:txBody>
      </p:sp>
      <p:sp>
        <p:nvSpPr>
          <p:cNvPr id="12" name="Tag v0.1.0 detail"/>
          <p:cNvSpPr txBox="1"/>
          <p:nvPr/>
        </p:nvSpPr>
        <p:spPr>
          <a:xfrm>
            <a:off x="2941625" y="35158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by the release owner</a:t>
            </a:r>
            <a:endParaRPr lang="en-US" sz="1200"/>
          </a:p>
        </p:txBody>
      </p:sp>
      <p:sp>
        <p:nvSpPr>
          <p:cNvPr id="13" name="Step 2"/>
          <p:cNvSpPr/>
          <p:nvPr/>
        </p:nvSpPr>
        <p:spPr>
          <a:xfrm>
            <a:off x="4432097" y="2697480"/>
            <a:ext cx="1133856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Approval circle"/>
          <p:cNvSpPr/>
          <p:nvPr/>
        </p:nvSpPr>
        <p:spPr>
          <a:xfrm>
            <a:off x="5661965" y="226314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Approval icon" descr="Approv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074" y="2454250"/>
            <a:ext cx="486461" cy="486461"/>
          </a:xfrm>
          <a:prstGeom prst="rect">
            <a:avLst/>
          </a:prstGeom>
        </p:spPr>
      </p:pic>
      <p:sp>
        <p:nvSpPr>
          <p:cNvPr id="16" name="Approval label"/>
          <p:cNvSpPr txBox="1"/>
          <p:nvPr/>
        </p:nvSpPr>
        <p:spPr>
          <a:xfrm>
            <a:off x="5136185" y="32049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Approval</a:t>
            </a:r>
            <a:endParaRPr lang="en-US" sz="1500"/>
          </a:p>
        </p:txBody>
      </p:sp>
      <p:sp>
        <p:nvSpPr>
          <p:cNvPr id="17" name="Approval detail"/>
          <p:cNvSpPr txBox="1"/>
          <p:nvPr/>
        </p:nvSpPr>
        <p:spPr>
          <a:xfrm>
            <a:off x="5136185" y="35158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recorded in GitHub</a:t>
            </a:r>
            <a:endParaRPr lang="en-US" sz="1200"/>
          </a:p>
        </p:txBody>
      </p:sp>
      <p:sp>
        <p:nvSpPr>
          <p:cNvPr id="18" name="Step 3"/>
          <p:cNvSpPr/>
          <p:nvPr/>
        </p:nvSpPr>
        <p:spPr>
          <a:xfrm>
            <a:off x="6626657" y="2697480"/>
            <a:ext cx="1133856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Provenance check circle"/>
          <p:cNvSpPr/>
          <p:nvPr/>
        </p:nvSpPr>
        <p:spPr>
          <a:xfrm>
            <a:off x="7856525" y="22631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Provenance check icon" descr="Provenance 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7634" y="2454250"/>
            <a:ext cx="486461" cy="486461"/>
          </a:xfrm>
          <a:prstGeom prst="rect">
            <a:avLst/>
          </a:prstGeom>
        </p:spPr>
      </p:pic>
      <p:sp>
        <p:nvSpPr>
          <p:cNvPr id="21" name="Provenance check label"/>
          <p:cNvSpPr txBox="1"/>
          <p:nvPr/>
        </p:nvSpPr>
        <p:spPr>
          <a:xfrm>
            <a:off x="7330745" y="32049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Provenance check</a:t>
            </a:r>
            <a:endParaRPr lang="en-US" sz="1500"/>
          </a:p>
        </p:txBody>
      </p:sp>
      <p:sp>
        <p:nvSpPr>
          <p:cNvPr id="22" name="Provenance check detail"/>
          <p:cNvSpPr txBox="1"/>
          <p:nvPr/>
        </p:nvSpPr>
        <p:spPr>
          <a:xfrm>
            <a:off x="7330745" y="35158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same digests, no drift</a:t>
            </a:r>
            <a:endParaRPr lang="en-US" sz="1200"/>
          </a:p>
        </p:txBody>
      </p:sp>
      <p:sp>
        <p:nvSpPr>
          <p:cNvPr id="23" name="Step 4"/>
          <p:cNvSpPr/>
          <p:nvPr/>
        </p:nvSpPr>
        <p:spPr>
          <a:xfrm>
            <a:off x="8821217" y="2697480"/>
            <a:ext cx="1133856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Deploy by digest circle"/>
          <p:cNvSpPr/>
          <p:nvPr/>
        </p:nvSpPr>
        <p:spPr>
          <a:xfrm>
            <a:off x="10051085" y="22631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Deploy by digest icon" descr="Deploy by diges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2194" y="2454250"/>
            <a:ext cx="486461" cy="486461"/>
          </a:xfrm>
          <a:prstGeom prst="rect">
            <a:avLst/>
          </a:prstGeom>
        </p:spPr>
      </p:pic>
      <p:sp>
        <p:nvSpPr>
          <p:cNvPr id="26" name="Deploy by digest label"/>
          <p:cNvSpPr txBox="1"/>
          <p:nvPr/>
        </p:nvSpPr>
        <p:spPr>
          <a:xfrm>
            <a:off x="9525305" y="32049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Deploy by digest</a:t>
            </a:r>
            <a:endParaRPr lang="en-US" sz="1500"/>
          </a:p>
        </p:txBody>
      </p:sp>
      <p:sp>
        <p:nvSpPr>
          <p:cNvPr id="27" name="Deploy by digest detail"/>
          <p:cNvSpPr txBox="1"/>
          <p:nvPr/>
        </p:nvSpPr>
        <p:spPr>
          <a:xfrm>
            <a:off x="9525305" y="35158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backup first, API then UI</a:t>
            </a:r>
            <a:endParaRPr lang="en-US" sz="1200"/>
          </a:p>
        </p:txBody>
      </p:sp>
      <p:sp>
        <p:nvSpPr>
          <p:cNvPr id="28" name="Deploy to smoke"/>
          <p:cNvSpPr/>
          <p:nvPr/>
        </p:nvSpPr>
        <p:spPr>
          <a:xfrm>
            <a:off x="10485425" y="4005072"/>
            <a:ext cx="0" cy="310896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moke"/>
          <p:cNvSpPr/>
          <p:nvPr/>
        </p:nvSpPr>
        <p:spPr>
          <a:xfrm>
            <a:off x="9753905" y="4343400"/>
            <a:ext cx="1463040" cy="1005840"/>
          </a:xfrm>
          <a:prstGeom prst="flowChartDecisi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bg1"/>
                </a:solidFill>
              </a:rPr>
              <a:t>Smoke</a:t>
            </a:r>
            <a:endParaRPr lang="en-US" sz="1600"/>
          </a:p>
        </p:txBody>
      </p:sp>
      <p:sp>
        <p:nvSpPr>
          <p:cNvPr id="30" name="Smoke detail"/>
          <p:cNvSpPr txBox="1"/>
          <p:nvPr/>
        </p:nvSpPr>
        <p:spPr>
          <a:xfrm>
            <a:off x="9753905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12 checks, 12/12</a:t>
            </a:r>
            <a:endParaRPr lang="en-US" sz="1200"/>
          </a:p>
        </p:txBody>
      </p:sp>
      <p:sp>
        <p:nvSpPr>
          <p:cNvPr id="31" name="Pass: becomes the known-good pair"/>
          <p:cNvSpPr/>
          <p:nvPr/>
        </p:nvSpPr>
        <p:spPr>
          <a:xfrm>
            <a:off x="6720840" y="4160520"/>
            <a:ext cx="2560320" cy="603504"/>
          </a:xfrm>
          <a:prstGeom prst="roundRect">
            <a:avLst>
              <a:gd name="adj" fmla="val 12121"/>
            </a:avLst>
          </a:prstGeom>
          <a:solidFill>
            <a:schemeClr val="accent3">
              <a:alpha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Pass: becomes the known-good pair circle"/>
          <p:cNvSpPr/>
          <p:nvPr/>
        </p:nvSpPr>
        <p:spPr>
          <a:xfrm>
            <a:off x="6830568" y="4288536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Pass: becomes the known-good pair icon" descr="Pass: becomes the known-good pai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012" y="4364980"/>
            <a:ext cx="194584" cy="194584"/>
          </a:xfrm>
          <a:prstGeom prst="rect">
            <a:avLst/>
          </a:prstGeom>
        </p:spPr>
      </p:pic>
      <p:sp>
        <p:nvSpPr>
          <p:cNvPr id="34" name="Pass: becomes the known-good pair text"/>
          <p:cNvSpPr txBox="1"/>
          <p:nvPr/>
        </p:nvSpPr>
        <p:spPr>
          <a:xfrm>
            <a:off x="7287768" y="4233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3"/>
                </a:solidFill>
              </a:rPr>
              <a:t>Pass: becomes the known-good pair</a:t>
            </a:r>
            <a:endParaRPr lang="en-US" sz="1300"/>
          </a:p>
        </p:txBody>
      </p:sp>
      <p:sp>
        <p:nvSpPr>
          <p:cNvPr id="35" name="Fail: roll back to the last known-good pair"/>
          <p:cNvSpPr/>
          <p:nvPr/>
        </p:nvSpPr>
        <p:spPr>
          <a:xfrm>
            <a:off x="6720840" y="4983480"/>
            <a:ext cx="2560320" cy="603504"/>
          </a:xfrm>
          <a:prstGeom prst="roundRect">
            <a:avLst>
              <a:gd name="adj" fmla="val 12121"/>
            </a:avLst>
          </a:prstGeom>
          <a:solidFill>
            <a:srgbClr val="C00000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Fail: roll back to the last known-good pair circle"/>
          <p:cNvSpPr/>
          <p:nvPr/>
        </p:nvSpPr>
        <p:spPr>
          <a:xfrm>
            <a:off x="6830568" y="5111496"/>
            <a:ext cx="347472" cy="347472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Fail: roll back to the last known-good pair icon" descr="Fail: roll back to the last known-good pai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7012" y="5187940"/>
            <a:ext cx="194584" cy="194584"/>
          </a:xfrm>
          <a:prstGeom prst="rect">
            <a:avLst/>
          </a:prstGeom>
        </p:spPr>
      </p:pic>
      <p:sp>
        <p:nvSpPr>
          <p:cNvPr id="38" name="Fail: roll back to the last known-good pair text"/>
          <p:cNvSpPr txBox="1"/>
          <p:nvPr/>
        </p:nvSpPr>
        <p:spPr>
          <a:xfrm>
            <a:off x="7287768" y="5056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0000"/>
                </a:solidFill>
              </a:rPr>
              <a:t>Fail: rollback job,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C00000"/>
                </a:solidFill>
              </a:rPr>
              <a:t>1 min 24 s live</a:t>
            </a:r>
            <a:endParaRPr lang="en-US" sz="1300"/>
          </a:p>
        </p:txBody>
      </p:sp>
      <p:sp>
        <p:nvSpPr>
          <p:cNvPr id="39" name="Smoke pass"/>
          <p:cNvSpPr/>
          <p:nvPr/>
        </p:nvSpPr>
        <p:spPr>
          <a:xfrm flipH="1" flipV="1">
            <a:off x="9326880" y="4462272"/>
            <a:ext cx="427025" cy="38404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moke fail"/>
          <p:cNvSpPr/>
          <p:nvPr/>
        </p:nvSpPr>
        <p:spPr>
          <a:xfrm flipH="1">
            <a:off x="9326880" y="4846320"/>
            <a:ext cx="427025" cy="438912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fuses panel"/>
          <p:cNvSpPr/>
          <p:nvPr/>
        </p:nvSpPr>
        <p:spPr>
          <a:xfrm>
            <a:off x="838505" y="4160520"/>
            <a:ext cx="5577840" cy="2048256"/>
          </a:xfrm>
          <a:prstGeom prst="roundRect">
            <a:avLst>
              <a:gd name="adj" fmla="val 6024"/>
            </a:avLst>
          </a:prstGeom>
          <a:solidFill>
            <a:schemeClr val="bg2">
              <a:alpha val="5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Refuses header"/>
          <p:cNvSpPr txBox="1"/>
          <p:nvPr/>
        </p:nvSpPr>
        <p:spPr>
          <a:xfrm>
            <a:off x="1067105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595959"/>
                </a:solidFill>
              </a:rPr>
              <a:t>CD refuses to ship</a:t>
            </a:r>
            <a:endParaRPr lang="en-US" sz="1300"/>
          </a:p>
        </p:txBody>
      </p:sp>
      <p:sp>
        <p:nvSpPr>
          <p:cNvPr id="43" name=":latest or any tag chip"/>
          <p:cNvSpPr/>
          <p:nvPr/>
        </p:nvSpPr>
        <p:spPr>
          <a:xfrm>
            <a:off x="1067105" y="4645152"/>
            <a:ext cx="246888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:latest or any tag circle"/>
          <p:cNvSpPr/>
          <p:nvPr/>
        </p:nvSpPr>
        <p:spPr>
          <a:xfrm>
            <a:off x="1149401" y="4713732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:latest or any tag icon" descr=":latest or any ta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751" y="4774082"/>
            <a:ext cx="153619" cy="153619"/>
          </a:xfrm>
          <a:prstGeom prst="rect">
            <a:avLst/>
          </a:prstGeom>
        </p:spPr>
      </p:pic>
      <p:sp>
        <p:nvSpPr>
          <p:cNvPr id="46" name=":latest or any tag chip text"/>
          <p:cNvSpPr txBox="1"/>
          <p:nvPr/>
        </p:nvSpPr>
        <p:spPr>
          <a:xfrm>
            <a:off x="1524305" y="46451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/>
              <a:t>":latest" or any tag</a:t>
            </a:r>
          </a:p>
        </p:txBody>
      </p:sp>
      <p:sp>
        <p:nvSpPr>
          <p:cNvPr id="47" name="another commit's build chip"/>
          <p:cNvSpPr/>
          <p:nvPr/>
        </p:nvSpPr>
        <p:spPr>
          <a:xfrm>
            <a:off x="3673145" y="4645152"/>
            <a:ext cx="246888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another commit's build circle"/>
          <p:cNvSpPr/>
          <p:nvPr/>
        </p:nvSpPr>
        <p:spPr>
          <a:xfrm>
            <a:off x="3755441" y="4713732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another commit's build icon" descr="another commit's buil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5791" y="4774082"/>
            <a:ext cx="153619" cy="153619"/>
          </a:xfrm>
          <a:prstGeom prst="rect">
            <a:avLst/>
          </a:prstGeom>
        </p:spPr>
      </p:pic>
      <p:sp>
        <p:nvSpPr>
          <p:cNvPr id="50" name="another commit&amp;apos;s build chip text"/>
          <p:cNvSpPr txBox="1"/>
          <p:nvPr/>
        </p:nvSpPr>
        <p:spPr>
          <a:xfrm>
            <a:off x="4130345" y="46451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chemeClr val="tx1"/>
                </a:solidFill>
              </a:rPr>
              <a:t>another commit's build</a:t>
            </a:r>
            <a:endParaRPr lang="en-US" sz="1300"/>
          </a:p>
        </p:txBody>
      </p:sp>
      <p:sp>
        <p:nvSpPr>
          <p:cNvPr id="51" name="an image not from GHCR chip"/>
          <p:cNvSpPr/>
          <p:nvPr/>
        </p:nvSpPr>
        <p:spPr>
          <a:xfrm>
            <a:off x="1067105" y="5148072"/>
            <a:ext cx="246888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an image not from GHCR circle"/>
          <p:cNvSpPr/>
          <p:nvPr/>
        </p:nvSpPr>
        <p:spPr>
          <a:xfrm>
            <a:off x="1149401" y="5216652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an image not from GHCR icon" descr="an image not from GHC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751" y="5277002"/>
            <a:ext cx="153619" cy="153619"/>
          </a:xfrm>
          <a:prstGeom prst="rect">
            <a:avLst/>
          </a:prstGeom>
        </p:spPr>
      </p:pic>
      <p:sp>
        <p:nvSpPr>
          <p:cNvPr id="54" name="an image not from GHCR chip text"/>
          <p:cNvSpPr txBox="1"/>
          <p:nvPr/>
        </p:nvSpPr>
        <p:spPr>
          <a:xfrm>
            <a:off x="1524305" y="5148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chemeClr val="tx1"/>
                </a:solidFill>
              </a:rPr>
              <a:t>an image not from GHCR</a:t>
            </a:r>
            <a:endParaRPr lang="en-US" sz="1300"/>
          </a:p>
        </p:txBody>
      </p:sp>
      <p:sp>
        <p:nvSpPr>
          <p:cNvPr id="55" name="skipping smoke chip"/>
          <p:cNvSpPr/>
          <p:nvPr/>
        </p:nvSpPr>
        <p:spPr>
          <a:xfrm>
            <a:off x="3673145" y="5148072"/>
            <a:ext cx="246888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kipping smoke circle"/>
          <p:cNvSpPr/>
          <p:nvPr/>
        </p:nvSpPr>
        <p:spPr>
          <a:xfrm>
            <a:off x="3755441" y="5216652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skipping smoke icon" descr="skipping smo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5791" y="5277002"/>
            <a:ext cx="153619" cy="153619"/>
          </a:xfrm>
          <a:prstGeom prst="rect">
            <a:avLst/>
          </a:prstGeom>
        </p:spPr>
      </p:pic>
      <p:sp>
        <p:nvSpPr>
          <p:cNvPr id="58" name="skipping smoke chip text"/>
          <p:cNvSpPr txBox="1"/>
          <p:nvPr/>
        </p:nvSpPr>
        <p:spPr>
          <a:xfrm>
            <a:off x="4130345" y="5148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chemeClr val="tx1"/>
                </a:solidFill>
              </a:rPr>
              <a:t>skipping smoke</a:t>
            </a:r>
            <a:endParaRPr lang="en-US" sz="1300"/>
          </a:p>
        </p:txBody>
      </p:sp>
      <p:sp>
        <p:nvSpPr>
          <p:cNvPr id="60" name="pending Terraform drift chip"/>
          <p:cNvSpPr/>
          <p:nvPr/>
        </p:nvSpPr>
        <p:spPr>
          <a:xfrm>
            <a:off x="1067105" y="5724144"/>
            <a:ext cx="246888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pending Terraform drift circle"/>
          <p:cNvSpPr/>
          <p:nvPr/>
        </p:nvSpPr>
        <p:spPr>
          <a:xfrm>
            <a:off x="1149401" y="5792724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pending Terraform drift icon" descr=":latest or any ta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751" y="5853074"/>
            <a:ext cx="153619" cy="153619"/>
          </a:xfrm>
          <a:prstGeom prst="rect">
            <a:avLst/>
          </a:prstGeom>
        </p:spPr>
      </p:pic>
      <p:sp>
        <p:nvSpPr>
          <p:cNvPr id="63" name="pending Terraform drift chip text"/>
          <p:cNvSpPr txBox="1"/>
          <p:nvPr/>
        </p:nvSpPr>
        <p:spPr>
          <a:xfrm>
            <a:off x="1524305" y="5724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chemeClr val="tx1"/>
                </a:solidFill>
              </a:rPr>
              <a:t>pending Terraform drift</a:t>
            </a:r>
            <a:endParaRPr lang="en-US" sz="1300"/>
          </a:p>
        </p:txBody>
      </p:sp>
      <p:sp>
        <p:nvSpPr>
          <p:cNvPr id="64" name="a failed backup chip"/>
          <p:cNvSpPr/>
          <p:nvPr/>
        </p:nvSpPr>
        <p:spPr>
          <a:xfrm>
            <a:off x="3673145" y="5724144"/>
            <a:ext cx="246888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a failed backup circle"/>
          <p:cNvSpPr/>
          <p:nvPr/>
        </p:nvSpPr>
        <p:spPr>
          <a:xfrm>
            <a:off x="3755441" y="5792724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6" name="a failed backup icon" descr="another commit's buil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5791" y="5853074"/>
            <a:ext cx="153619" cy="153619"/>
          </a:xfrm>
          <a:prstGeom prst="rect">
            <a:avLst/>
          </a:prstGeom>
        </p:spPr>
      </p:pic>
      <p:sp>
        <p:nvSpPr>
          <p:cNvPr id="67" name="a failed backup chip text"/>
          <p:cNvSpPr txBox="1"/>
          <p:nvPr/>
        </p:nvSpPr>
        <p:spPr>
          <a:xfrm>
            <a:off x="4130345" y="5724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chemeClr val="tx1"/>
                </a:solidFill>
              </a:rPr>
              <a:t>a failed backup</a:t>
            </a:r>
            <a:endParaRPr lang="en-US" sz="1300"/>
          </a:p>
        </p:txBody>
      </p:sp>
      <p:sp>
        <p:nvSpPr>
          <p:cNvPr id="68" name="caught drift"/>
          <p:cNvSpPr/>
          <p:nvPr/>
        </p:nvSpPr>
        <p:spPr>
          <a:xfrm>
            <a:off x="2258568" y="5614416"/>
            <a:ext cx="1280160" cy="219456"/>
          </a:xfrm>
          <a:prstGeom prst="roundRect">
            <a:avLst>
              <a:gd name="adj" fmla="val 208333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caught on v0.1.4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7378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38505" y="364846"/>
            <a:ext cx="10515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>
                <a:solidFill>
                  <a:schemeClr val="tx1"/>
                </a:solidFill>
              </a:rPr>
              <a:t>Production on k3s</a:t>
            </a:r>
            <a:endParaRPr lang="en-US" sz="4400"/>
          </a:p>
        </p:txBody>
      </p:sp>
      <p:sp>
        <p:nvSpPr>
          <p:cNvPr id="3" name="Browser circle"/>
          <p:cNvSpPr/>
          <p:nvPr/>
        </p:nvSpPr>
        <p:spPr>
          <a:xfrm>
            <a:off x="960120" y="3154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Browser icon" descr="Brow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3355848"/>
            <a:ext cx="512064" cy="512064"/>
          </a:xfrm>
          <a:prstGeom prst="rect">
            <a:avLst/>
          </a:prstGeom>
        </p:spPr>
      </p:pic>
      <p:sp>
        <p:nvSpPr>
          <p:cNvPr id="5" name="Browser label"/>
          <p:cNvSpPr txBox="1"/>
          <p:nvPr/>
        </p:nvSpPr>
        <p:spPr>
          <a:xfrm>
            <a:off x="685800" y="4142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Browser</a:t>
            </a:r>
            <a:endParaRPr lang="en-US" sz="1500"/>
          </a:p>
        </p:txBody>
      </p:sp>
      <p:sp>
        <p:nvSpPr>
          <p:cNvPr id="6" name="HTTPS"/>
          <p:cNvSpPr/>
          <p:nvPr/>
        </p:nvSpPr>
        <p:spPr>
          <a:xfrm>
            <a:off x="1938528" y="3611880"/>
            <a:ext cx="1371600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LS label"/>
          <p:cNvSpPr txBox="1"/>
          <p:nvPr/>
        </p:nvSpPr>
        <p:spPr>
          <a:xfrm>
            <a:off x="1938528" y="2990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595959"/>
                </a:solidFill>
              </a:rPr>
              <a:t>HTTPS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595959"/>
                </a:solidFill>
              </a:rPr>
              <a:t>Let's Encrypt</a:t>
            </a:r>
            <a:endParaRPr lang="en-US" sz="1100"/>
          </a:p>
        </p:txBody>
      </p:sp>
      <p:sp>
        <p:nvSpPr>
          <p:cNvPr id="8" name="Traefik Ingress circle"/>
          <p:cNvSpPr/>
          <p:nvPr/>
        </p:nvSpPr>
        <p:spPr>
          <a:xfrm>
            <a:off x="3383280" y="315468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Traefik Ingress icon" descr="Traefik Ingr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355848"/>
            <a:ext cx="512064" cy="512064"/>
          </a:xfrm>
          <a:prstGeom prst="rect">
            <a:avLst/>
          </a:prstGeom>
        </p:spPr>
      </p:pic>
      <p:sp>
        <p:nvSpPr>
          <p:cNvPr id="10" name="Traefik Ingress label"/>
          <p:cNvSpPr txBox="1"/>
          <p:nvPr/>
        </p:nvSpPr>
        <p:spPr>
          <a:xfrm>
            <a:off x="2971800" y="41422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>
                <a:solidFill>
                  <a:schemeClr val="tx1"/>
                </a:solidFill>
              </a:rPr>
              <a:t>Traefik Ingress</a:t>
            </a:r>
            <a:endParaRPr lang="en-US" sz="1500"/>
          </a:p>
        </p:txBody>
      </p:sp>
      <p:sp>
        <p:nvSpPr>
          <p:cNvPr id="11" name="Traefik Ingress detail"/>
          <p:cNvSpPr txBox="1"/>
          <p:nvPr/>
        </p:nvSpPr>
        <p:spPr>
          <a:xfrm>
            <a:off x="2971800" y="44531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</a:rPr>
              <a:t>one host, one origin</a:t>
            </a:r>
            <a:endParaRPr lang="en-US" sz="1200"/>
          </a:p>
        </p:txBody>
      </p:sp>
      <p:sp>
        <p:nvSpPr>
          <p:cNvPr id="12" name="Namespace"/>
          <p:cNvSpPr/>
          <p:nvPr/>
        </p:nvSpPr>
        <p:spPr>
          <a:xfrm>
            <a:off x="5074920" y="1965960"/>
            <a:ext cx="6281928" cy="3291840"/>
          </a:xfrm>
          <a:prstGeom prst="roundRect">
            <a:avLst>
              <a:gd name="adj" fmla="val 2222"/>
            </a:avLst>
          </a:prstGeom>
          <a:solidFill>
            <a:schemeClr val="bg2">
              <a:alpha val="40000"/>
            </a:schemeClr>
          </a:solidFill>
          <a:ln w="12700">
            <a:solidFill>
              <a:srgbClr val="7F7F7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Namespace label"/>
          <p:cNvSpPr txBox="1"/>
          <p:nvPr/>
        </p:nvSpPr>
        <p:spPr>
          <a:xfrm>
            <a:off x="52578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595959"/>
                </a:solidFill>
              </a:rPr>
              <a:t>One k3s namespace = production</a:t>
            </a:r>
            <a:endParaRPr lang="en-US" sz="1200"/>
          </a:p>
        </p:txBody>
      </p:sp>
      <p:sp>
        <p:nvSpPr>
          <p:cNvPr id="14" name="crm-ui card"/>
          <p:cNvSpPr/>
          <p:nvPr/>
        </p:nvSpPr>
        <p:spPr>
          <a:xfrm>
            <a:off x="5349240" y="2514600"/>
            <a:ext cx="233172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crm-ui circle"/>
          <p:cNvSpPr/>
          <p:nvPr/>
        </p:nvSpPr>
        <p:spPr>
          <a:xfrm>
            <a:off x="5477256" y="267004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crm-ui icon" descr="crm-u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910" y="2782702"/>
            <a:ext cx="286756" cy="286756"/>
          </a:xfrm>
          <a:prstGeom prst="rect">
            <a:avLst/>
          </a:prstGeom>
        </p:spPr>
      </p:pic>
      <p:sp>
        <p:nvSpPr>
          <p:cNvPr id="17" name="crm-ui label"/>
          <p:cNvSpPr txBox="1"/>
          <p:nvPr/>
        </p:nvSpPr>
        <p:spPr>
          <a:xfrm>
            <a:off x="6126480" y="26243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crm-ui</a:t>
            </a:r>
            <a:endParaRPr lang="en-US" sz="1500"/>
          </a:p>
        </p:txBody>
      </p:sp>
      <p:sp>
        <p:nvSpPr>
          <p:cNvPr id="18" name="crm-ui detail"/>
          <p:cNvSpPr txBox="1"/>
          <p:nvPr/>
        </p:nvSpPr>
        <p:spPr>
          <a:xfrm>
            <a:off x="6126480" y="29443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nginx, non-root</a:t>
            </a:r>
            <a:endParaRPr lang="en-US" sz="1100"/>
          </a:p>
        </p:txBody>
      </p:sp>
      <p:sp>
        <p:nvSpPr>
          <p:cNvPr id="19" name="crm-api card"/>
          <p:cNvSpPr/>
          <p:nvPr/>
        </p:nvSpPr>
        <p:spPr>
          <a:xfrm>
            <a:off x="5349240" y="4069080"/>
            <a:ext cx="233172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crm-api circle"/>
          <p:cNvSpPr/>
          <p:nvPr/>
        </p:nvSpPr>
        <p:spPr>
          <a:xfrm>
            <a:off x="5477256" y="422452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crm-api icon" descr="crm-ap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9910" y="4337182"/>
            <a:ext cx="286756" cy="286756"/>
          </a:xfrm>
          <a:prstGeom prst="rect">
            <a:avLst/>
          </a:prstGeom>
        </p:spPr>
      </p:pic>
      <p:sp>
        <p:nvSpPr>
          <p:cNvPr id="22" name="crm-api label"/>
          <p:cNvSpPr txBox="1"/>
          <p:nvPr/>
        </p:nvSpPr>
        <p:spPr>
          <a:xfrm>
            <a:off x="6126480" y="4178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crm-api × 2</a:t>
            </a:r>
            <a:endParaRPr lang="en-US" sz="1500"/>
          </a:p>
        </p:txBody>
      </p:sp>
      <p:sp>
        <p:nvSpPr>
          <p:cNvPr id="23" name="crm-api detail"/>
          <p:cNvSpPr txBox="1"/>
          <p:nvPr/>
        </p:nvSpPr>
        <p:spPr>
          <a:xfrm>
            <a:off x="6126480" y="44988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Spring Boot, Java 21</a:t>
            </a:r>
            <a:endParaRPr lang="en-US" sz="1100"/>
          </a:p>
        </p:txBody>
      </p:sp>
      <p:sp>
        <p:nvSpPr>
          <p:cNvPr id="24" name="Route /"/>
          <p:cNvSpPr/>
          <p:nvPr/>
        </p:nvSpPr>
        <p:spPr>
          <a:xfrm flipV="1">
            <a:off x="4343400" y="2926080"/>
            <a:ext cx="960120" cy="50292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te /api"/>
          <p:cNvSpPr/>
          <p:nvPr/>
        </p:nvSpPr>
        <p:spPr>
          <a:xfrm>
            <a:off x="4343400" y="3794760"/>
            <a:ext cx="960120" cy="68580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Path /api"/>
          <p:cNvSpPr txBox="1"/>
          <p:nvPr/>
        </p:nvSpPr>
        <p:spPr>
          <a:xfrm>
            <a:off x="466344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595959"/>
                </a:solidFill>
              </a:rPr>
              <a:t>/api</a:t>
            </a:r>
            <a:endParaRPr lang="en-US" sz="1300"/>
          </a:p>
        </p:txBody>
      </p:sp>
      <p:sp>
        <p:nvSpPr>
          <p:cNvPr id="28" name="NetworkPolicy"/>
          <p:cNvSpPr/>
          <p:nvPr/>
        </p:nvSpPr>
        <p:spPr>
          <a:xfrm>
            <a:off x="8229600" y="2423160"/>
            <a:ext cx="2926080" cy="2651760"/>
          </a:xfrm>
          <a:prstGeom prst="roundRect">
            <a:avLst>
              <a:gd name="adj" fmla="val 2069"/>
            </a:avLst>
          </a:prstGeom>
          <a:ln w="15875">
            <a:solidFill>
              <a:srgbClr val="C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NetworkPolicy label"/>
          <p:cNvSpPr txBox="1"/>
          <p:nvPr/>
        </p:nvSpPr>
        <p:spPr>
          <a:xfrm>
            <a:off x="8366760" y="4709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00000"/>
                </a:solidFill>
              </a:rPr>
              <a:t>Terraform: only the API gets in</a:t>
            </a:r>
            <a:endParaRPr lang="en-US" sz="1000"/>
          </a:p>
        </p:txBody>
      </p:sp>
      <p:sp>
        <p:nvSpPr>
          <p:cNvPr id="30" name="PostgreSQL 16 card"/>
          <p:cNvSpPr/>
          <p:nvPr/>
        </p:nvSpPr>
        <p:spPr>
          <a:xfrm>
            <a:off x="8522208" y="2606040"/>
            <a:ext cx="233172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PostgreSQL 16 circle"/>
          <p:cNvSpPr/>
          <p:nvPr/>
        </p:nvSpPr>
        <p:spPr>
          <a:xfrm>
            <a:off x="8650224" y="2761488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PostgreSQL 16 icon" descr="PostgreSQL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2878" y="2874142"/>
            <a:ext cx="286756" cy="286756"/>
          </a:xfrm>
          <a:prstGeom prst="rect">
            <a:avLst/>
          </a:prstGeom>
        </p:spPr>
      </p:pic>
      <p:sp>
        <p:nvSpPr>
          <p:cNvPr id="33" name="PostgreSQL 16 label"/>
          <p:cNvSpPr txBox="1"/>
          <p:nvPr/>
        </p:nvSpPr>
        <p:spPr>
          <a:xfrm>
            <a:off x="9299448" y="2715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PostgreSQL 16</a:t>
            </a:r>
            <a:endParaRPr lang="en-US" sz="1500"/>
          </a:p>
        </p:txBody>
      </p:sp>
      <p:sp>
        <p:nvSpPr>
          <p:cNvPr id="34" name="PostgreSQL 16 detail"/>
          <p:cNvSpPr txBox="1"/>
          <p:nvPr/>
        </p:nvSpPr>
        <p:spPr>
          <a:xfrm>
            <a:off x="9299448" y="3035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2 GiB + backups</a:t>
            </a:r>
            <a:endParaRPr lang="en-US" sz="1100"/>
          </a:p>
        </p:txBody>
      </p:sp>
      <p:sp>
        <p:nvSpPr>
          <p:cNvPr id="35" name="Kafka (KRaft) card"/>
          <p:cNvSpPr/>
          <p:nvPr/>
        </p:nvSpPr>
        <p:spPr>
          <a:xfrm>
            <a:off x="8522208" y="3703320"/>
            <a:ext cx="233172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Kafka (KRaft) circle"/>
          <p:cNvSpPr/>
          <p:nvPr/>
        </p:nvSpPr>
        <p:spPr>
          <a:xfrm>
            <a:off x="8650224" y="3858768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Kafka (KRaft) icon" descr="Kafka (KRaft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2878" y="3971422"/>
            <a:ext cx="286756" cy="286756"/>
          </a:xfrm>
          <a:prstGeom prst="rect">
            <a:avLst/>
          </a:prstGeom>
        </p:spPr>
      </p:pic>
      <p:sp>
        <p:nvSpPr>
          <p:cNvPr id="38" name="Kafka (KRaft) label"/>
          <p:cNvSpPr txBox="1"/>
          <p:nvPr/>
        </p:nvSpPr>
        <p:spPr>
          <a:xfrm>
            <a:off x="9299448" y="38130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Kafka (KRaft)</a:t>
            </a:r>
            <a:endParaRPr lang="en-US" sz="1500"/>
          </a:p>
        </p:txBody>
      </p:sp>
      <p:sp>
        <p:nvSpPr>
          <p:cNvPr id="39" name="Kafka (KRaft) detail"/>
          <p:cNvSpPr txBox="1"/>
          <p:nvPr/>
        </p:nvSpPr>
        <p:spPr>
          <a:xfrm>
            <a:off x="9299448" y="41330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595959"/>
                </a:solidFill>
              </a:rPr>
              <a:t>2 GiB volume</a:t>
            </a:r>
            <a:endParaRPr lang="en-US" sz="1100"/>
          </a:p>
        </p:txBody>
      </p:sp>
      <p:sp>
        <p:nvSpPr>
          <p:cNvPr id="40" name="API to DB"/>
          <p:cNvSpPr/>
          <p:nvPr/>
        </p:nvSpPr>
        <p:spPr>
          <a:xfrm flipV="1">
            <a:off x="7726680" y="3063240"/>
            <a:ext cx="749808" cy="128016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API to Kafka"/>
          <p:cNvSpPr/>
          <p:nvPr/>
        </p:nvSpPr>
        <p:spPr>
          <a:xfrm flipV="1">
            <a:off x="7726680" y="4114800"/>
            <a:ext cx="749808" cy="36576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CPU requests"/>
          <p:cNvSpPr txBox="1"/>
          <p:nvPr/>
        </p:nvSpPr>
        <p:spPr>
          <a:xfrm>
            <a:off x="838505" y="5486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</a:rPr>
              <a:t>CPU requests</a:t>
            </a:r>
            <a:endParaRPr lang="en-US" sz="1300"/>
          </a:p>
        </p:txBody>
      </p:sp>
      <p:sp>
        <p:nvSpPr>
          <p:cNvPr id="43" name="CPU requests quota"/>
          <p:cNvSpPr/>
          <p:nvPr/>
        </p:nvSpPr>
        <p:spPr>
          <a:xfrm>
            <a:off x="2926080" y="5522976"/>
            <a:ext cx="5029200" cy="21945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CPU requests steady"/>
          <p:cNvSpPr/>
          <p:nvPr/>
        </p:nvSpPr>
        <p:spPr>
          <a:xfrm>
            <a:off x="2926080" y="5522976"/>
            <a:ext cx="3394710" cy="21945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CPU requests surge"/>
          <p:cNvSpPr/>
          <p:nvPr/>
        </p:nvSpPr>
        <p:spPr>
          <a:xfrm>
            <a:off x="6320790" y="5522976"/>
            <a:ext cx="62865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CPU requests values"/>
          <p:cNvSpPr txBox="1"/>
          <p:nvPr/>
        </p:nvSpPr>
        <p:spPr>
          <a:xfrm>
            <a:off x="8138160" y="548640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chemeClr val="accent1"/>
                </a:solidFill>
              </a:rPr>
              <a:t>steady </a:t>
            </a:r>
            <a:r>
              <a:rPr lang="en-US" sz="1100">
                <a:solidFill>
                  <a:srgbClr val="595959"/>
                </a:solidFill>
              </a:rPr>
              <a:t>1350m, </a:t>
            </a:r>
            <a:r>
              <a:rPr lang="en-US" sz="1100" b="1">
                <a:solidFill>
                  <a:schemeClr val="accent2"/>
                </a:solidFill>
              </a:rPr>
              <a:t>rollout </a:t>
            </a:r>
            <a:r>
              <a:rPr lang="en-US" sz="1100">
                <a:solidFill>
                  <a:srgbClr val="595959"/>
                </a:solidFill>
              </a:rPr>
              <a:t>~1600m of 2000m</a:t>
            </a:r>
            <a:endParaRPr lang="en-US" sz="1100"/>
          </a:p>
        </p:txBody>
      </p:sp>
      <p:sp>
        <p:nvSpPr>
          <p:cNvPr id="47" name="Memory requests"/>
          <p:cNvSpPr txBox="1"/>
          <p:nvPr/>
        </p:nvSpPr>
        <p:spPr>
          <a:xfrm>
            <a:off x="838505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tx1"/>
                </a:solidFill>
              </a:rPr>
              <a:t>Memory requests</a:t>
            </a:r>
            <a:endParaRPr lang="en-US" sz="1300"/>
          </a:p>
        </p:txBody>
      </p:sp>
      <p:sp>
        <p:nvSpPr>
          <p:cNvPr id="48" name="Memory requests quota"/>
          <p:cNvSpPr/>
          <p:nvPr/>
        </p:nvSpPr>
        <p:spPr>
          <a:xfrm>
            <a:off x="2926080" y="5934456"/>
            <a:ext cx="5029200" cy="21945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Memory requests steady"/>
          <p:cNvSpPr/>
          <p:nvPr/>
        </p:nvSpPr>
        <p:spPr>
          <a:xfrm>
            <a:off x="2926080" y="5934456"/>
            <a:ext cx="3562350" cy="21945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Memory requests surge"/>
          <p:cNvSpPr/>
          <p:nvPr/>
        </p:nvSpPr>
        <p:spPr>
          <a:xfrm>
            <a:off x="6488430" y="5934456"/>
            <a:ext cx="83820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Memory requests values"/>
          <p:cNvSpPr txBox="1"/>
          <p:nvPr/>
        </p:nvSpPr>
        <p:spPr>
          <a:xfrm>
            <a:off x="8138160" y="589788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>
                <a:solidFill>
                  <a:schemeClr val="accent1"/>
                </a:solidFill>
              </a:rPr>
              <a:t>steady </a:t>
            </a:r>
            <a:r>
              <a:rPr lang="en-US" sz="1100">
                <a:solidFill>
                  <a:srgbClr val="595959"/>
                </a:solidFill>
              </a:rPr>
              <a:t>2176 MiB, </a:t>
            </a:r>
            <a:r>
              <a:rPr lang="en-US" sz="1100" b="1">
                <a:solidFill>
                  <a:schemeClr val="accent2"/>
                </a:solidFill>
              </a:rPr>
              <a:t>rollout </a:t>
            </a:r>
            <a:r>
              <a:rPr lang="en-US" sz="1100">
                <a:solidFill>
                  <a:srgbClr val="595959"/>
                </a:solidFill>
              </a:rPr>
              <a:t>~2688 MiB of 3072 MiB</a:t>
            </a:r>
            <a:endParaRPr lang="en-US" sz="1100"/>
          </a:p>
        </p:txBody>
      </p:sp>
      <p:sp>
        <p:nvSpPr>
          <p:cNvPr id="53" name="Beyond the brief"/>
          <p:cNvSpPr txBox="1"/>
          <p:nvPr/>
        </p:nvSpPr>
        <p:spPr>
          <a:xfrm>
            <a:off x="841248" y="175564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2"/>
                </a:solidFill>
              </a:rPr>
              <a:t>Beyond the brief</a:t>
            </a:r>
            <a:endParaRPr lang="en-US" sz="1200"/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404040"/>
                </a:solidFill>
              </a:rPr>
              <a:t>Trusted HTTPS from our own certificate</a:t>
            </a:r>
            <a:endParaRPr lang="en-US" sz="1200"/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404040"/>
                </a:solidFill>
              </a:rPr>
              <a:t>Two API pods, zero-downtime rollouts</a:t>
            </a:r>
            <a:endParaRPr lang="en-US" sz="1200"/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404040"/>
                </a:solidFill>
              </a:rPr>
              <a:t>Backup before every release</a:t>
            </a:r>
            <a:endParaRPr lang="en-US" sz="1200"/>
          </a:p>
        </p:txBody>
      </p:sp>
      <p:sp>
        <p:nvSpPr>
          <p:cNvPr id="54" name="caught cert"/>
          <p:cNvSpPr/>
          <p:nvPr/>
        </p:nvSpPr>
        <p:spPr>
          <a:xfrm>
            <a:off x="1892807" y="3721608"/>
            <a:ext cx="1463040" cy="219456"/>
          </a:xfrm>
          <a:prstGeom prst="roundRect">
            <a:avLst>
              <a:gd name="adj" fmla="val 208333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caught: untrusted cert</a:t>
            </a:r>
            <a:endParaRPr lang="en-US" sz="1000"/>
          </a:p>
        </p:txBody>
      </p:sp>
      <p:sp>
        <p:nvSpPr>
          <p:cNvPr id="55" name="caught drops"/>
          <p:cNvSpPr/>
          <p:nvPr/>
        </p:nvSpPr>
        <p:spPr>
          <a:xfrm>
            <a:off x="5989320" y="3904487"/>
            <a:ext cx="1645920" cy="219456"/>
          </a:xfrm>
          <a:prstGeom prst="roundRect">
            <a:avLst>
              <a:gd name="adj" fmla="val 208333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caught: dropped requests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43876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38505" y="364846"/>
            <a:ext cx="10515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>
                <a:solidFill>
                  <a:schemeClr val="tx1"/>
                </a:solidFill>
              </a:rPr>
              <a:t>Backup: security gates</a:t>
            </a:r>
            <a:endParaRPr lang="en-US" sz="4400"/>
          </a:p>
        </p:txBody>
      </p:sp>
      <p:graphicFrame>
        <p:nvGraphicFramePr>
          <p:cNvPr id="5" name="Gat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505" y="1920240"/>
          <a:ext cx="1051560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Gate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Tool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Fails at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Stops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Exception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Java dependencies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OWASP Dependency-Check 12.2.2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CVSS 7+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merge + publish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scoped suppression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npm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, runtime deps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npm audit --omit=dev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merge + publish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GHSA ID with expiry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Static analysis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CodeQL (Java, TS, Actions)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severity 7.0+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merge + publish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rule + file with expiry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Secrets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gitleaks 8.30.1, full history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any finding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merge + publish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reasoned ignore entry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Kubernetes config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Trivy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config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publish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trivyignore entry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Container image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Trivy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0.75.0, before push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critical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publish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version-scoped entry</a:t>
                      </a:r>
                      <a:endParaRPr lang="en-US" sz="1400"/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Gates caption"/>
          <p:cNvSpPr txBox="1"/>
          <p:nvPr/>
        </p:nvSpPr>
        <p:spPr>
          <a:xfrm>
            <a:off x="838505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</a:rPr>
              <a:t>Every exception has an owner, a reason and an expiry in docs/security-findings.csv. Thresholds are never lowered to go green.</a:t>
            </a:r>
            <a:endParaRPr lang="en-US" sz="1400"/>
          </a:p>
        </p:txBody>
      </p:sp>
      <p:sp>
        <p:nvSpPr>
          <p:cNvPr id="3" name="Evidence"/>
          <p:cNvSpPr txBox="1"/>
          <p:nvPr/>
        </p:nvSpPr>
        <p:spPr>
          <a:xfrm>
            <a:off x="838505" y="62910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595959"/>
                </a:solidFill>
              </a:rPr>
              <a:t>Evidence index: Dependency scan + triage · Dependency gate · SAST gate · Secrets scan · Image gate (Trivy)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03547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94283-2388-0E12-5AD4-B094732D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AI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210B7-5F23-3539-D181-E7BF7CC29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/>
              <a:t>Allowed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Boilerplate code generation (DTOs, Flyway, Kafka, Angular)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Test drafts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HCL/YAML sketches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Docs</a:t>
            </a:r>
            <a:endParaRPr lang="en-US" sz="2000"/>
          </a:p>
          <a:p>
            <a:endParaRPr lang="en-US" sz="2000" b="1"/>
          </a:p>
          <a:p>
            <a:r>
              <a:rPr lang="en-US" sz="2000" b="1"/>
              <a:t>Forbidden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Committing secrets or kubeconfig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Applying Terraform/Ansible to prod without approval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Copying proprietary third-party code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91556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C9D4D-89C5-DDA6-C18B-1A09A5E5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20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EF2C5-11E0-3FEB-68BC-CC5A92663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Retrospective: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B9E774-67DB-7432-EC02-C31750EFE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1454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3145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4493E-D14D-0AC7-D1B2-DEC58F4B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Retrospective: What we would do different</a:t>
            </a:r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94DBA86-BBFB-77DF-5BD4-3D670845AA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57924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6129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3DB48-BCCF-1971-1E81-8377165F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82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Java Full Stack August 2026 Capstone Presentation​</vt:lpstr>
      <vt:lpstr>Overview</vt:lpstr>
      <vt:lpstr>User Stories</vt:lpstr>
      <vt:lpstr>NFRs</vt:lpstr>
      <vt:lpstr>Architecture Diagram</vt:lpstr>
      <vt:lpstr>Front End</vt:lpstr>
      <vt:lpstr>Messaging</vt:lpstr>
      <vt:lpstr>PowerPoint Presentation</vt:lpstr>
      <vt:lpstr>Continuous Integration</vt:lpstr>
      <vt:lpstr>Continuous Delivery</vt:lpstr>
      <vt:lpstr>Production on k3s</vt:lpstr>
      <vt:lpstr>Backup: security gates</vt:lpstr>
      <vt:lpstr>AI Usage</vt:lpstr>
      <vt:lpstr>DEMO</vt:lpstr>
      <vt:lpstr>Retrospective: Challenges</vt:lpstr>
      <vt:lpstr>Retrospective: What we would do different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2026-09-30T20:49:26Z</dcterms:created>
  <dcterms:modified xsi:type="dcterms:W3CDTF">2026-10-09T20:50:24Z</dcterms:modified>
</cp:coreProperties>
</file>